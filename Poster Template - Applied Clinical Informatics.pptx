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43891200" cy="32918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95" autoAdjust="0"/>
    <p:restoredTop sz="94660"/>
  </p:normalViewPr>
  <p:slideViewPr>
    <p:cSldViewPr showGuides="1">
      <p:cViewPr varScale="1">
        <p:scale>
          <a:sx n="23" d="100"/>
          <a:sy n="23" d="100"/>
        </p:scale>
        <p:origin x="1662" y="120"/>
      </p:cViewPr>
      <p:guideLst>
        <p:guide orient="horz" pos="10368"/>
        <p:guide pos="13824"/>
      </p:guideLst>
    </p:cSldViewPr>
  </p:slideViewPr>
  <p:notesTextViewPr>
    <p:cViewPr>
      <p:scale>
        <a:sx n="1" d="1"/>
        <a:sy n="1" d="1"/>
      </p:scale>
      <p:origin x="0" y="0"/>
    </p:cViewPr>
  </p:notesTextViewPr>
  <p:gridSpacing cx="457200" cy="457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15200" y="457200"/>
            <a:ext cx="29260800" cy="4572000"/>
          </a:xfrm>
        </p:spPr>
        <p:txBody>
          <a:bodyPr/>
          <a:lstStyle>
            <a:lvl1pPr>
              <a:defRPr sz="8000"/>
            </a:lvl1pPr>
          </a:lstStyle>
          <a:p>
            <a:r>
              <a:rPr lang="en-US" dirty="0"/>
              <a:t>Title Goes Here</a:t>
            </a:r>
            <a:br>
              <a:rPr lang="en-US" dirty="0"/>
            </a:br>
            <a:r>
              <a:rPr lang="en-US" dirty="0"/>
              <a:t>Presenters</a:t>
            </a:r>
          </a:p>
        </p:txBody>
      </p:sp>
      <p:sp>
        <p:nvSpPr>
          <p:cNvPr id="3" name="Text Placeholder 2"/>
          <p:cNvSpPr>
            <a:spLocks noGrp="1"/>
          </p:cNvSpPr>
          <p:nvPr>
            <p:ph type="body" idx="1" hasCustomPrompt="1"/>
          </p:nvPr>
        </p:nvSpPr>
        <p:spPr>
          <a:xfrm>
            <a:off x="914400" y="8229600"/>
            <a:ext cx="13258800" cy="914400"/>
          </a:xfrm>
        </p:spPr>
        <p:txBody>
          <a:bodyPr anchor="ctr"/>
          <a:lstStyle>
            <a:lvl1pPr marL="0" indent="0">
              <a:buNone/>
              <a:defRPr sz="4400" b="1">
                <a:solidFill>
                  <a:schemeClr val="tx2"/>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BACKGROUND/INTRODUCTION</a:t>
            </a:r>
          </a:p>
        </p:txBody>
      </p:sp>
      <p:sp>
        <p:nvSpPr>
          <p:cNvPr id="4" name="Content Placeholder 3"/>
          <p:cNvSpPr>
            <a:spLocks noGrp="1"/>
          </p:cNvSpPr>
          <p:nvPr>
            <p:ph sz="half" idx="2" hasCustomPrompt="1"/>
          </p:nvPr>
        </p:nvSpPr>
        <p:spPr>
          <a:xfrm>
            <a:off x="914400" y="9144000"/>
            <a:ext cx="13258800" cy="9601200"/>
          </a:xfrm>
        </p:spPr>
        <p:txBody>
          <a:bodyPr/>
          <a:lstStyle/>
          <a:p>
            <a:pPr lvl="0"/>
            <a:r>
              <a:rPr lang="en-US" dirty="0"/>
              <a:t>It is important for your readers to know what your research is about and why it's important. State this as clearly as possible.</a:t>
            </a:r>
          </a:p>
          <a:p>
            <a:pPr lvl="0"/>
            <a:r>
              <a:rPr lang="en-US" dirty="0"/>
              <a:t>Posters are a popular method of presenting research findings in a concise and visually pleasing manner. Start by introducing the subject of your research and your hypothesis. What are the questions about this topic that you want to answer? What new things can it contribute to existing literature?</a:t>
            </a:r>
          </a:p>
        </p:txBody>
      </p:sp>
      <p:sp>
        <p:nvSpPr>
          <p:cNvPr id="10" name="Text Placeholder 2">
            <a:extLst>
              <a:ext uri="{FF2B5EF4-FFF2-40B4-BE49-F238E27FC236}">
                <a16:creationId xmlns:a16="http://schemas.microsoft.com/office/drawing/2014/main" id="{B0C631F4-5B86-97B3-ABAC-8298D6E82DA7}"/>
              </a:ext>
            </a:extLst>
          </p:cNvPr>
          <p:cNvSpPr>
            <a:spLocks noGrp="1"/>
          </p:cNvSpPr>
          <p:nvPr>
            <p:ph type="body" idx="10" hasCustomPrompt="1"/>
          </p:nvPr>
        </p:nvSpPr>
        <p:spPr>
          <a:xfrm>
            <a:off x="15316200" y="8229600"/>
            <a:ext cx="13258800" cy="914400"/>
          </a:xfrm>
        </p:spPr>
        <p:txBody>
          <a:bodyPr anchor="ctr"/>
          <a:lstStyle>
            <a:lvl1pPr marL="0" indent="0">
              <a:buNone/>
              <a:defRPr lang="en-US" sz="4400" b="1" kern="1200" dirty="0" smtClean="0">
                <a:solidFill>
                  <a:schemeClr val="tx2"/>
                </a:solidFill>
                <a:latin typeface="+mn-lt"/>
                <a:ea typeface="+mn-ea"/>
                <a:cs typeface="+mn-cs"/>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METHODS</a:t>
            </a:r>
          </a:p>
        </p:txBody>
      </p:sp>
      <p:sp>
        <p:nvSpPr>
          <p:cNvPr id="11" name="Content Placeholder 3">
            <a:extLst>
              <a:ext uri="{FF2B5EF4-FFF2-40B4-BE49-F238E27FC236}">
                <a16:creationId xmlns:a16="http://schemas.microsoft.com/office/drawing/2014/main" id="{AAEBDEA6-51F8-BE08-17A7-4C80A109962F}"/>
              </a:ext>
            </a:extLst>
          </p:cNvPr>
          <p:cNvSpPr>
            <a:spLocks noGrp="1"/>
          </p:cNvSpPr>
          <p:nvPr>
            <p:ph sz="half" idx="11" hasCustomPrompt="1"/>
          </p:nvPr>
        </p:nvSpPr>
        <p:spPr>
          <a:xfrm>
            <a:off x="15316200" y="9144000"/>
            <a:ext cx="13258800" cy="9601200"/>
          </a:xfrm>
        </p:spPr>
        <p:txBody>
          <a:bodyPr/>
          <a:lstStyle/>
          <a:p>
            <a:pPr lvl="0"/>
            <a:r>
              <a:rPr lang="en-US" dirty="0"/>
              <a:t>Let people know how you did your study. Methods can vary depending on the subject or results you want to see. These methods can include:</a:t>
            </a:r>
          </a:p>
          <a:p>
            <a:pPr lvl="0"/>
            <a:r>
              <a:rPr lang="en-US" dirty="0"/>
              <a:t>Interviews</a:t>
            </a:r>
          </a:p>
          <a:p>
            <a:pPr lvl="0"/>
            <a:r>
              <a:rPr lang="en-US" dirty="0"/>
              <a:t>Surveys</a:t>
            </a:r>
          </a:p>
          <a:p>
            <a:pPr lvl="0"/>
            <a:r>
              <a:rPr lang="en-US" dirty="0"/>
              <a:t>Comparison studies</a:t>
            </a:r>
          </a:p>
          <a:p>
            <a:pPr lvl="0"/>
            <a:r>
              <a:rPr lang="en-US" dirty="0"/>
              <a:t>Experiments </a:t>
            </a:r>
          </a:p>
          <a:p>
            <a:pPr lvl="0"/>
            <a:r>
              <a:rPr lang="en-US" dirty="0"/>
              <a:t>You can also show studies of existing literature that were used as references.</a:t>
            </a:r>
          </a:p>
        </p:txBody>
      </p:sp>
      <p:sp>
        <p:nvSpPr>
          <p:cNvPr id="12" name="Text Placeholder 2">
            <a:extLst>
              <a:ext uri="{FF2B5EF4-FFF2-40B4-BE49-F238E27FC236}">
                <a16:creationId xmlns:a16="http://schemas.microsoft.com/office/drawing/2014/main" id="{DBA7D9B4-108D-8C7F-CCCB-D6032755BBD6}"/>
              </a:ext>
            </a:extLst>
          </p:cNvPr>
          <p:cNvSpPr>
            <a:spLocks noGrp="1"/>
          </p:cNvSpPr>
          <p:nvPr>
            <p:ph type="body" idx="12" hasCustomPrompt="1"/>
          </p:nvPr>
        </p:nvSpPr>
        <p:spPr>
          <a:xfrm>
            <a:off x="29718000" y="8229600"/>
            <a:ext cx="13258800" cy="914400"/>
          </a:xfrm>
        </p:spPr>
        <p:txBody>
          <a:bodyPr anchor="ctr"/>
          <a:lstStyle>
            <a:lvl1pPr marL="0" indent="0">
              <a:buNone/>
              <a:defRPr lang="en-US" sz="4400" b="1" kern="1200" dirty="0" smtClean="0">
                <a:solidFill>
                  <a:schemeClr val="tx2"/>
                </a:solidFill>
                <a:latin typeface="+mn-lt"/>
                <a:ea typeface="+mn-ea"/>
                <a:cs typeface="+mn-cs"/>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CONCLUSIONS</a:t>
            </a:r>
          </a:p>
        </p:txBody>
      </p:sp>
      <p:sp>
        <p:nvSpPr>
          <p:cNvPr id="13" name="Content Placeholder 3">
            <a:extLst>
              <a:ext uri="{FF2B5EF4-FFF2-40B4-BE49-F238E27FC236}">
                <a16:creationId xmlns:a16="http://schemas.microsoft.com/office/drawing/2014/main" id="{19568A86-FD4D-3698-37B3-438DAAE840C4}"/>
              </a:ext>
            </a:extLst>
          </p:cNvPr>
          <p:cNvSpPr>
            <a:spLocks noGrp="1"/>
          </p:cNvSpPr>
          <p:nvPr>
            <p:ph sz="half" idx="13" hasCustomPrompt="1"/>
          </p:nvPr>
        </p:nvSpPr>
        <p:spPr>
          <a:xfrm>
            <a:off x="29718000" y="9144000"/>
            <a:ext cx="13258800" cy="9601200"/>
          </a:xfrm>
        </p:spPr>
        <p:txBody>
          <a:bodyPr/>
          <a:lstStyle/>
          <a:p>
            <a:pPr lvl="0"/>
            <a:r>
              <a:rPr lang="en-US" dirty="0"/>
              <a:t>Summarize the key findings of your study. Address any limitations encountered during your research. </a:t>
            </a:r>
          </a:p>
          <a:p>
            <a:pPr lvl="0"/>
            <a:r>
              <a:rPr lang="en-US" dirty="0"/>
              <a:t>Make suggestions for future study and practical applications based on the findings. End with a powerful closing statement that emphasizes the broader impact of your research.</a:t>
            </a:r>
          </a:p>
        </p:txBody>
      </p:sp>
      <p:sp>
        <p:nvSpPr>
          <p:cNvPr id="14" name="Text Placeholder 2">
            <a:extLst>
              <a:ext uri="{FF2B5EF4-FFF2-40B4-BE49-F238E27FC236}">
                <a16:creationId xmlns:a16="http://schemas.microsoft.com/office/drawing/2014/main" id="{597F53A0-91D9-A064-DBA6-1792FFABB768}"/>
              </a:ext>
            </a:extLst>
          </p:cNvPr>
          <p:cNvSpPr>
            <a:spLocks noGrp="1"/>
          </p:cNvSpPr>
          <p:nvPr>
            <p:ph type="body" idx="14" hasCustomPrompt="1"/>
          </p:nvPr>
        </p:nvSpPr>
        <p:spPr>
          <a:xfrm>
            <a:off x="914400" y="19202400"/>
            <a:ext cx="13258800" cy="914400"/>
          </a:xfrm>
        </p:spPr>
        <p:txBody>
          <a:bodyPr anchor="ctr"/>
          <a:lstStyle>
            <a:lvl1pPr marL="0" indent="0">
              <a:buNone/>
              <a:defRPr sz="4400" b="1">
                <a:solidFill>
                  <a:schemeClr val="tx2"/>
                </a:solidFill>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PURPOSE</a:t>
            </a:r>
          </a:p>
        </p:txBody>
      </p:sp>
      <p:sp>
        <p:nvSpPr>
          <p:cNvPr id="15" name="Content Placeholder 3">
            <a:extLst>
              <a:ext uri="{FF2B5EF4-FFF2-40B4-BE49-F238E27FC236}">
                <a16:creationId xmlns:a16="http://schemas.microsoft.com/office/drawing/2014/main" id="{8074E688-BA96-ABA4-31F8-28800FB281C2}"/>
              </a:ext>
            </a:extLst>
          </p:cNvPr>
          <p:cNvSpPr>
            <a:spLocks noGrp="1"/>
          </p:cNvSpPr>
          <p:nvPr>
            <p:ph sz="half" idx="15" hasCustomPrompt="1"/>
          </p:nvPr>
        </p:nvSpPr>
        <p:spPr>
          <a:xfrm>
            <a:off x="914400" y="20116800"/>
            <a:ext cx="13258800" cy="9601200"/>
          </a:xfrm>
        </p:spPr>
        <p:txBody>
          <a:bodyPr/>
          <a:lstStyle/>
          <a:p>
            <a:pPr lvl="0"/>
            <a:r>
              <a:rPr lang="en-US" dirty="0"/>
              <a:t>Explain or enumerate what you want to achieve with your research.</a:t>
            </a:r>
          </a:p>
          <a:p>
            <a:pPr lvl="0"/>
            <a:r>
              <a:rPr lang="en-US" dirty="0"/>
              <a:t>Use bullet points if you must</a:t>
            </a:r>
          </a:p>
          <a:p>
            <a:pPr lvl="0"/>
            <a:r>
              <a:rPr lang="en-US" dirty="0"/>
              <a:t>Add as needed</a:t>
            </a:r>
          </a:p>
        </p:txBody>
      </p:sp>
      <p:sp>
        <p:nvSpPr>
          <p:cNvPr id="16" name="Text Placeholder 2">
            <a:extLst>
              <a:ext uri="{FF2B5EF4-FFF2-40B4-BE49-F238E27FC236}">
                <a16:creationId xmlns:a16="http://schemas.microsoft.com/office/drawing/2014/main" id="{F2A8E2FB-09AF-433D-5801-1DE91139A4FF}"/>
              </a:ext>
            </a:extLst>
          </p:cNvPr>
          <p:cNvSpPr>
            <a:spLocks noGrp="1"/>
          </p:cNvSpPr>
          <p:nvPr>
            <p:ph type="body" idx="16" hasCustomPrompt="1"/>
          </p:nvPr>
        </p:nvSpPr>
        <p:spPr>
          <a:xfrm>
            <a:off x="15316200" y="19202400"/>
            <a:ext cx="13258800" cy="914400"/>
          </a:xfrm>
        </p:spPr>
        <p:txBody>
          <a:bodyPr anchor="ctr"/>
          <a:lstStyle>
            <a:lvl1pPr marL="0" indent="0">
              <a:buNone/>
              <a:defRPr lang="en-US" sz="4400" b="1" kern="1200" dirty="0" smtClean="0">
                <a:solidFill>
                  <a:schemeClr val="tx2"/>
                </a:solidFill>
                <a:latin typeface="+mn-lt"/>
                <a:ea typeface="+mn-ea"/>
                <a:cs typeface="+mn-cs"/>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RESULTS</a:t>
            </a:r>
          </a:p>
        </p:txBody>
      </p:sp>
      <p:sp>
        <p:nvSpPr>
          <p:cNvPr id="17" name="Content Placeholder 3">
            <a:extLst>
              <a:ext uri="{FF2B5EF4-FFF2-40B4-BE49-F238E27FC236}">
                <a16:creationId xmlns:a16="http://schemas.microsoft.com/office/drawing/2014/main" id="{9246D17F-477D-ABA3-5F3E-D3834EF05F6C}"/>
              </a:ext>
            </a:extLst>
          </p:cNvPr>
          <p:cNvSpPr>
            <a:spLocks noGrp="1"/>
          </p:cNvSpPr>
          <p:nvPr>
            <p:ph sz="half" idx="17" hasCustomPrompt="1"/>
          </p:nvPr>
        </p:nvSpPr>
        <p:spPr>
          <a:xfrm>
            <a:off x="15316200" y="20116800"/>
            <a:ext cx="13258800" cy="9601200"/>
          </a:xfrm>
        </p:spPr>
        <p:txBody>
          <a:bodyPr/>
          <a:lstStyle/>
          <a:p>
            <a:pPr lvl="0"/>
            <a:r>
              <a:rPr lang="en-US" dirty="0"/>
              <a:t>Results show the outcome of the research and should answer the question or hypothesis stated in the introduction.</a:t>
            </a:r>
          </a:p>
          <a:p>
            <a:pPr lvl="0"/>
            <a:r>
              <a:rPr lang="en-US" dirty="0"/>
              <a:t>State what you've found from your study.</a:t>
            </a:r>
          </a:p>
          <a:p>
            <a:pPr lvl="0"/>
            <a:r>
              <a:rPr lang="en-US" dirty="0"/>
              <a:t>You can also list your findings in bullets.</a:t>
            </a:r>
          </a:p>
          <a:p>
            <a:pPr lvl="0"/>
            <a:r>
              <a:rPr lang="en-US" dirty="0"/>
              <a:t>Avoid too much technical detail or jargon when presenting data.</a:t>
            </a:r>
          </a:p>
        </p:txBody>
      </p:sp>
      <p:sp>
        <p:nvSpPr>
          <p:cNvPr id="18" name="Text Placeholder 2">
            <a:extLst>
              <a:ext uri="{FF2B5EF4-FFF2-40B4-BE49-F238E27FC236}">
                <a16:creationId xmlns:a16="http://schemas.microsoft.com/office/drawing/2014/main" id="{71A308DC-21AC-6C95-A8F5-8E9FD8E43B32}"/>
              </a:ext>
            </a:extLst>
          </p:cNvPr>
          <p:cNvSpPr>
            <a:spLocks noGrp="1"/>
          </p:cNvSpPr>
          <p:nvPr>
            <p:ph type="body" idx="18" hasCustomPrompt="1"/>
          </p:nvPr>
        </p:nvSpPr>
        <p:spPr>
          <a:xfrm>
            <a:off x="29718000" y="19202400"/>
            <a:ext cx="13258800" cy="914400"/>
          </a:xfrm>
        </p:spPr>
        <p:txBody>
          <a:bodyPr anchor="ctr"/>
          <a:lstStyle>
            <a:lvl1pPr marL="0" indent="0">
              <a:buNone/>
              <a:defRPr lang="en-US" sz="4400" b="1" kern="1200" dirty="0" smtClean="0">
                <a:solidFill>
                  <a:schemeClr val="tx2"/>
                </a:solidFill>
                <a:latin typeface="+mn-lt"/>
                <a:ea typeface="+mn-ea"/>
                <a:cs typeface="+mn-cs"/>
              </a:defRPr>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dirty="0"/>
              <a:t>REFERENCES/ACKNOWLEDGEMENTS</a:t>
            </a:r>
          </a:p>
        </p:txBody>
      </p:sp>
      <p:sp>
        <p:nvSpPr>
          <p:cNvPr id="19" name="Content Placeholder 3">
            <a:extLst>
              <a:ext uri="{FF2B5EF4-FFF2-40B4-BE49-F238E27FC236}">
                <a16:creationId xmlns:a16="http://schemas.microsoft.com/office/drawing/2014/main" id="{076A5163-496F-73E5-6470-B3DC638096B0}"/>
              </a:ext>
            </a:extLst>
          </p:cNvPr>
          <p:cNvSpPr>
            <a:spLocks noGrp="1"/>
          </p:cNvSpPr>
          <p:nvPr>
            <p:ph sz="half" idx="19"/>
          </p:nvPr>
        </p:nvSpPr>
        <p:spPr>
          <a:xfrm>
            <a:off x="29718000" y="20116800"/>
            <a:ext cx="13258800" cy="777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4" name="Straight Connector 23">
            <a:extLst>
              <a:ext uri="{FF2B5EF4-FFF2-40B4-BE49-F238E27FC236}">
                <a16:creationId xmlns:a16="http://schemas.microsoft.com/office/drawing/2014/main" id="{43899B87-7B1C-6F9F-498A-3287CC4B4AB4}"/>
              </a:ext>
            </a:extLst>
          </p:cNvPr>
          <p:cNvCxnSpPr>
            <a:cxnSpLocks/>
          </p:cNvCxnSpPr>
          <p:nvPr userDrawn="1"/>
        </p:nvCxnSpPr>
        <p:spPr>
          <a:xfrm>
            <a:off x="0" y="5486400"/>
            <a:ext cx="43891200" cy="0"/>
          </a:xfrm>
          <a:prstGeom prst="line">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983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3" name="Picture 62">
            <a:extLst>
              <a:ext uri="{FF2B5EF4-FFF2-40B4-BE49-F238E27FC236}">
                <a16:creationId xmlns:a16="http://schemas.microsoft.com/office/drawing/2014/main" id="{11B6F1D3-335C-9787-B55C-FF744717395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0175200"/>
            <a:ext cx="43891200" cy="2743200"/>
          </a:xfrm>
          <a:prstGeom prst="rect">
            <a:avLst/>
          </a:prstGeom>
        </p:spPr>
      </p:pic>
      <p:pic>
        <p:nvPicPr>
          <p:cNvPr id="57" name="Picture 56">
            <a:extLst>
              <a:ext uri="{FF2B5EF4-FFF2-40B4-BE49-F238E27FC236}">
                <a16:creationId xmlns:a16="http://schemas.microsoft.com/office/drawing/2014/main" id="{F72C1880-6A5D-3066-148C-5CB922ED092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5460306"/>
            <a:ext cx="43891200" cy="2295144"/>
          </a:xfrm>
          <a:prstGeom prst="rect">
            <a:avLst/>
          </a:prstGeom>
        </p:spPr>
      </p:pic>
      <p:pic>
        <p:nvPicPr>
          <p:cNvPr id="53" name="Picture 52">
            <a:extLst>
              <a:ext uri="{FF2B5EF4-FFF2-40B4-BE49-F238E27FC236}">
                <a16:creationId xmlns:a16="http://schemas.microsoft.com/office/drawing/2014/main" id="{3AE62C91-9510-B091-F188-ED543CC71C3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43891200" cy="5486400"/>
          </a:xfrm>
          <a:prstGeom prst="rect">
            <a:avLst/>
          </a:prstGeom>
        </p:spPr>
      </p:pic>
      <p:sp>
        <p:nvSpPr>
          <p:cNvPr id="2" name="Title Placeholder 1"/>
          <p:cNvSpPr>
            <a:spLocks noGrp="1"/>
          </p:cNvSpPr>
          <p:nvPr>
            <p:ph type="title"/>
          </p:nvPr>
        </p:nvSpPr>
        <p:spPr>
          <a:xfrm>
            <a:off x="7315200" y="457200"/>
            <a:ext cx="29260800" cy="4572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2">
            <a:extLst>
              <a:ext uri="{FF2B5EF4-FFF2-40B4-BE49-F238E27FC236}">
                <a16:creationId xmlns:a16="http://schemas.microsoft.com/office/drawing/2014/main" id="{102FFA27-3ECC-D55C-EF88-321DF63F0F20}"/>
              </a:ext>
            </a:extLst>
          </p:cNvPr>
          <p:cNvSpPr txBox="1">
            <a:spLocks/>
          </p:cNvSpPr>
          <p:nvPr userDrawn="1"/>
        </p:nvSpPr>
        <p:spPr>
          <a:xfrm>
            <a:off x="2743200" y="5683827"/>
            <a:ext cx="38404800" cy="1371600"/>
          </a:xfrm>
          <a:prstGeom prst="rect">
            <a:avLst/>
          </a:prstGeom>
          <a:noFill/>
        </p:spPr>
        <p:txBody>
          <a:bodyPr anchor="ctr"/>
          <a:lstStyle>
            <a:lvl1pPr marL="0" indent="0" algn="ctr" defTabSz="4389120" rtl="0" eaLnBrk="1" latinLnBrk="0" hangingPunct="1">
              <a:lnSpc>
                <a:spcPct val="90000"/>
              </a:lnSpc>
              <a:spcBef>
                <a:spcPts val="4800"/>
              </a:spcBef>
              <a:buFont typeface="Arial" panose="020B0604020202020204" pitchFamily="34" charset="0"/>
              <a:buNone/>
              <a:defRPr sz="4800" b="1" kern="1200">
                <a:solidFill>
                  <a:schemeClr val="bg1"/>
                </a:solidFill>
                <a:latin typeface="Sofia Pro" panose="00000500000000000000" pitchFamily="50" charset="0"/>
                <a:ea typeface="+mn-ea"/>
                <a:cs typeface="+mn-cs"/>
              </a:defRPr>
            </a:lvl1pPr>
            <a:lvl2pPr marL="2194560" indent="0" algn="ctr" defTabSz="4389120" rtl="0" eaLnBrk="1" latinLnBrk="0" hangingPunct="1">
              <a:lnSpc>
                <a:spcPct val="90000"/>
              </a:lnSpc>
              <a:spcBef>
                <a:spcPts val="2400"/>
              </a:spcBef>
              <a:buFont typeface="Arial" panose="020B0604020202020204" pitchFamily="34" charset="0"/>
              <a:buNone/>
              <a:defRPr sz="9600" kern="1200">
                <a:solidFill>
                  <a:schemeClr val="tx1"/>
                </a:solidFill>
                <a:latin typeface="+mn-lt"/>
                <a:ea typeface="+mn-ea"/>
                <a:cs typeface="+mn-cs"/>
              </a:defRPr>
            </a:lvl2pPr>
            <a:lvl3pPr marL="4389120" indent="0" algn="ctr" defTabSz="4389120" rtl="0" eaLnBrk="1" latinLnBrk="0" hangingPunct="1">
              <a:lnSpc>
                <a:spcPct val="90000"/>
              </a:lnSpc>
              <a:spcBef>
                <a:spcPts val="2400"/>
              </a:spcBef>
              <a:buFont typeface="Arial" panose="020B0604020202020204" pitchFamily="34" charset="0"/>
              <a:buNone/>
              <a:defRPr sz="8640" kern="1200">
                <a:solidFill>
                  <a:schemeClr val="tx1"/>
                </a:solidFill>
                <a:latin typeface="+mn-lt"/>
                <a:ea typeface="+mn-ea"/>
                <a:cs typeface="+mn-cs"/>
              </a:defRPr>
            </a:lvl3pPr>
            <a:lvl4pPr marL="658368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4pPr>
            <a:lvl5pPr marL="877824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5pPr>
            <a:lvl6pPr marL="1097280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6pPr>
            <a:lvl7pPr marL="1316736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7pPr>
            <a:lvl8pPr marL="1536192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8pPr>
            <a:lvl9pPr marL="1755648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9pPr>
          </a:lstStyle>
          <a:p>
            <a:endParaRPr lang="en-US" dirty="0"/>
          </a:p>
        </p:txBody>
      </p:sp>
      <p:grpSp>
        <p:nvGrpSpPr>
          <p:cNvPr id="10" name="Group 9">
            <a:extLst>
              <a:ext uri="{FF2B5EF4-FFF2-40B4-BE49-F238E27FC236}">
                <a16:creationId xmlns:a16="http://schemas.microsoft.com/office/drawing/2014/main" id="{4CDC2B00-2944-71F2-AD53-71C4892DFF78}"/>
              </a:ext>
            </a:extLst>
          </p:cNvPr>
          <p:cNvGrpSpPr/>
          <p:nvPr userDrawn="1"/>
        </p:nvGrpSpPr>
        <p:grpSpPr>
          <a:xfrm>
            <a:off x="14298756" y="8915400"/>
            <a:ext cx="913638" cy="20574000"/>
            <a:chOff x="14402070" y="8717973"/>
            <a:chExt cx="913638" cy="20542827"/>
          </a:xfrm>
        </p:grpSpPr>
        <p:pic>
          <p:nvPicPr>
            <p:cNvPr id="11" name="Picture 10">
              <a:extLst>
                <a:ext uri="{FF2B5EF4-FFF2-40B4-BE49-F238E27FC236}">
                  <a16:creationId xmlns:a16="http://schemas.microsoft.com/office/drawing/2014/main" id="{85E53850-7CCC-2A3C-2260-7F7CB107EEC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402070" y="13061373"/>
              <a:ext cx="913638" cy="914400"/>
            </a:xfrm>
            <a:prstGeom prst="rect">
              <a:avLst/>
            </a:prstGeom>
          </p:spPr>
        </p:pic>
        <p:cxnSp>
          <p:nvCxnSpPr>
            <p:cNvPr id="12" name="Straight Connector 11">
              <a:extLst>
                <a:ext uri="{FF2B5EF4-FFF2-40B4-BE49-F238E27FC236}">
                  <a16:creationId xmlns:a16="http://schemas.microsoft.com/office/drawing/2014/main" id="{AB52F040-49D5-1B84-1C69-1904562EDD92}"/>
                </a:ext>
              </a:extLst>
            </p:cNvPr>
            <p:cNvCxnSpPr>
              <a:cxnSpLocks/>
            </p:cNvCxnSpPr>
            <p:nvPr userDrawn="1"/>
          </p:nvCxnSpPr>
          <p:spPr>
            <a:xfrm>
              <a:off x="14858889" y="8717973"/>
              <a:ext cx="0" cy="4114800"/>
            </a:xfrm>
            <a:prstGeom prst="line">
              <a:avLst/>
            </a:prstGeom>
            <a:ln w="38100">
              <a:solidFill>
                <a:srgbClr val="535254"/>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AD715EE-6A99-D6F7-BFC3-8796F7CA776F}"/>
                </a:ext>
              </a:extLst>
            </p:cNvPr>
            <p:cNvCxnSpPr>
              <a:cxnSpLocks/>
            </p:cNvCxnSpPr>
            <p:nvPr userDrawn="1"/>
          </p:nvCxnSpPr>
          <p:spPr>
            <a:xfrm>
              <a:off x="14871247" y="14173200"/>
              <a:ext cx="0" cy="15087600"/>
            </a:xfrm>
            <a:prstGeom prst="line">
              <a:avLst/>
            </a:prstGeom>
            <a:ln w="38100">
              <a:solidFill>
                <a:srgbClr val="535254"/>
              </a:solidFill>
            </a:ln>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0479FE29-23F7-A78D-A6CB-6388730F9BAE}"/>
              </a:ext>
            </a:extLst>
          </p:cNvPr>
          <p:cNvGrpSpPr/>
          <p:nvPr userDrawn="1"/>
        </p:nvGrpSpPr>
        <p:grpSpPr>
          <a:xfrm rot="10800000">
            <a:off x="28693276" y="8915400"/>
            <a:ext cx="913638" cy="20574000"/>
            <a:chOff x="14554470" y="8870373"/>
            <a:chExt cx="913638" cy="20542827"/>
          </a:xfrm>
        </p:grpSpPr>
        <p:pic>
          <p:nvPicPr>
            <p:cNvPr id="15" name="Picture 14">
              <a:extLst>
                <a:ext uri="{FF2B5EF4-FFF2-40B4-BE49-F238E27FC236}">
                  <a16:creationId xmlns:a16="http://schemas.microsoft.com/office/drawing/2014/main" id="{62C5C828-7830-0E68-4470-4019236B090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4554470" y="13213773"/>
              <a:ext cx="913638" cy="914400"/>
            </a:xfrm>
            <a:prstGeom prst="rect">
              <a:avLst/>
            </a:prstGeom>
          </p:spPr>
        </p:pic>
        <p:cxnSp>
          <p:nvCxnSpPr>
            <p:cNvPr id="16" name="Straight Connector 15">
              <a:extLst>
                <a:ext uri="{FF2B5EF4-FFF2-40B4-BE49-F238E27FC236}">
                  <a16:creationId xmlns:a16="http://schemas.microsoft.com/office/drawing/2014/main" id="{7645006A-620F-96D1-CE14-85E54CA65FE4}"/>
                </a:ext>
              </a:extLst>
            </p:cNvPr>
            <p:cNvCxnSpPr>
              <a:cxnSpLocks/>
            </p:cNvCxnSpPr>
            <p:nvPr userDrawn="1"/>
          </p:nvCxnSpPr>
          <p:spPr>
            <a:xfrm>
              <a:off x="15011289" y="8870373"/>
              <a:ext cx="0" cy="4114800"/>
            </a:xfrm>
            <a:prstGeom prst="line">
              <a:avLst/>
            </a:prstGeom>
            <a:ln w="38100">
              <a:solidFill>
                <a:srgbClr val="535254"/>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249BA160-5B28-0C25-70D9-983AED2D2C3B}"/>
                </a:ext>
              </a:extLst>
            </p:cNvPr>
            <p:cNvCxnSpPr>
              <a:cxnSpLocks/>
            </p:cNvCxnSpPr>
            <p:nvPr userDrawn="1"/>
          </p:nvCxnSpPr>
          <p:spPr>
            <a:xfrm>
              <a:off x="15023647" y="14325600"/>
              <a:ext cx="0" cy="15087600"/>
            </a:xfrm>
            <a:prstGeom prst="line">
              <a:avLst/>
            </a:prstGeom>
            <a:ln w="38100">
              <a:solidFill>
                <a:srgbClr val="535254"/>
              </a:solidFill>
            </a:ln>
          </p:spPr>
          <p:style>
            <a:lnRef idx="2">
              <a:schemeClr val="accent1"/>
            </a:lnRef>
            <a:fillRef idx="0">
              <a:schemeClr val="accent1"/>
            </a:fillRef>
            <a:effectRef idx="1">
              <a:schemeClr val="accent1"/>
            </a:effectRef>
            <a:fontRef idx="minor">
              <a:schemeClr val="tx1"/>
            </a:fontRef>
          </p:style>
        </p:cxnSp>
      </p:grpSp>
      <p:pic>
        <p:nvPicPr>
          <p:cNvPr id="25" name="Picture 24">
            <a:extLst>
              <a:ext uri="{FF2B5EF4-FFF2-40B4-BE49-F238E27FC236}">
                <a16:creationId xmlns:a16="http://schemas.microsoft.com/office/drawing/2014/main" id="{EE5A9641-5F60-7CDB-C64D-1F0A42E1BFA3}"/>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7706058" y="27889200"/>
            <a:ext cx="6185142" cy="2743200"/>
          </a:xfrm>
          <a:prstGeom prst="rect">
            <a:avLst/>
          </a:prstGeom>
        </p:spPr>
      </p:pic>
      <p:sp>
        <p:nvSpPr>
          <p:cNvPr id="28" name="TextBox 27">
            <a:extLst>
              <a:ext uri="{FF2B5EF4-FFF2-40B4-BE49-F238E27FC236}">
                <a16:creationId xmlns:a16="http://schemas.microsoft.com/office/drawing/2014/main" id="{B1DCD6E2-61E6-FD35-C282-23A5E6D66A2A}"/>
              </a:ext>
            </a:extLst>
          </p:cNvPr>
          <p:cNvSpPr txBox="1"/>
          <p:nvPr userDrawn="1"/>
        </p:nvSpPr>
        <p:spPr>
          <a:xfrm>
            <a:off x="39667824" y="32532488"/>
            <a:ext cx="3602268" cy="369332"/>
          </a:xfrm>
          <a:prstGeom prst="rect">
            <a:avLst/>
          </a:prstGeom>
          <a:noFill/>
        </p:spPr>
        <p:txBody>
          <a:bodyPr wrap="none" rtlCol="0">
            <a:spAutoFit/>
          </a:bodyPr>
          <a:lstStyle/>
          <a:p>
            <a:pPr algn="r"/>
            <a:r>
              <a:rPr lang="en-US" dirty="0">
                <a:solidFill>
                  <a:schemeClr val="bg1"/>
                </a:solidFill>
              </a:rPr>
              <a:t>© University of Utah Health 2026</a:t>
            </a:r>
          </a:p>
        </p:txBody>
      </p:sp>
      <p:grpSp>
        <p:nvGrpSpPr>
          <p:cNvPr id="5" name="Group 4">
            <a:extLst>
              <a:ext uri="{FF2B5EF4-FFF2-40B4-BE49-F238E27FC236}">
                <a16:creationId xmlns:a16="http://schemas.microsoft.com/office/drawing/2014/main" id="{6C7551FB-8C9D-CDB7-1D98-05506B43D08D}"/>
              </a:ext>
            </a:extLst>
          </p:cNvPr>
          <p:cNvGrpSpPr/>
          <p:nvPr userDrawn="1"/>
        </p:nvGrpSpPr>
        <p:grpSpPr>
          <a:xfrm>
            <a:off x="4951325" y="31089600"/>
            <a:ext cx="33988550" cy="923330"/>
            <a:chOff x="4951325" y="31089600"/>
            <a:chExt cx="33988550" cy="923330"/>
          </a:xfrm>
        </p:grpSpPr>
        <p:sp>
          <p:nvSpPr>
            <p:cNvPr id="27" name="TextBox 26">
              <a:extLst>
                <a:ext uri="{FF2B5EF4-FFF2-40B4-BE49-F238E27FC236}">
                  <a16:creationId xmlns:a16="http://schemas.microsoft.com/office/drawing/2014/main" id="{C9D8EFC7-D11A-3949-5633-0D925053EC5B}"/>
                </a:ext>
              </a:extLst>
            </p:cNvPr>
            <p:cNvSpPr txBox="1"/>
            <p:nvPr userDrawn="1"/>
          </p:nvSpPr>
          <p:spPr>
            <a:xfrm>
              <a:off x="4951325" y="31089600"/>
              <a:ext cx="18343483" cy="92333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5400" dirty="0">
                  <a:solidFill>
                    <a:schemeClr val="bg1"/>
                  </a:solidFill>
                </a:rPr>
                <a:t>BIOMEDICAL INFORMATICS  |  medicine.utah.edu/dbmi  |</a:t>
              </a:r>
              <a:endParaRPr lang="en-US" sz="5400" dirty="0"/>
            </a:p>
          </p:txBody>
        </p:sp>
        <p:grpSp>
          <p:nvGrpSpPr>
            <p:cNvPr id="50" name="Group 49">
              <a:extLst>
                <a:ext uri="{FF2B5EF4-FFF2-40B4-BE49-F238E27FC236}">
                  <a16:creationId xmlns:a16="http://schemas.microsoft.com/office/drawing/2014/main" id="{B4CF6A14-AF30-E08F-785B-2846A97DD5BB}"/>
                </a:ext>
              </a:extLst>
            </p:cNvPr>
            <p:cNvGrpSpPr/>
            <p:nvPr userDrawn="1"/>
          </p:nvGrpSpPr>
          <p:grpSpPr>
            <a:xfrm>
              <a:off x="23479635" y="31205962"/>
              <a:ext cx="15460240" cy="690606"/>
              <a:chOff x="27724989" y="31838357"/>
              <a:chExt cx="15460240" cy="690606"/>
            </a:xfrm>
          </p:grpSpPr>
          <p:grpSp>
            <p:nvGrpSpPr>
              <p:cNvPr id="44" name="Group 43">
                <a:extLst>
                  <a:ext uri="{FF2B5EF4-FFF2-40B4-BE49-F238E27FC236}">
                    <a16:creationId xmlns:a16="http://schemas.microsoft.com/office/drawing/2014/main" id="{2DA01D11-0FF6-D724-1F8C-18629AEF8F28}"/>
                  </a:ext>
                </a:extLst>
              </p:cNvPr>
              <p:cNvGrpSpPr/>
              <p:nvPr userDrawn="1"/>
            </p:nvGrpSpPr>
            <p:grpSpPr>
              <a:xfrm>
                <a:off x="27724989" y="31843163"/>
                <a:ext cx="2103657" cy="685800"/>
                <a:chOff x="26400412" y="31843259"/>
                <a:chExt cx="2103657" cy="685800"/>
              </a:xfrm>
            </p:grpSpPr>
            <p:pic>
              <p:nvPicPr>
                <p:cNvPr id="30" name="Picture 29">
                  <a:extLst>
                    <a:ext uri="{FF2B5EF4-FFF2-40B4-BE49-F238E27FC236}">
                      <a16:creationId xmlns:a16="http://schemas.microsoft.com/office/drawing/2014/main" id="{F514CDA8-1BED-5276-F1C4-CEB82210A268}"/>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26400412" y="31843259"/>
                  <a:ext cx="685800" cy="685800"/>
                </a:xfrm>
                <a:prstGeom prst="rect">
                  <a:avLst/>
                </a:prstGeom>
              </p:spPr>
            </p:pic>
            <p:sp>
              <p:nvSpPr>
                <p:cNvPr id="39" name="TextBox 38">
                  <a:extLst>
                    <a:ext uri="{FF2B5EF4-FFF2-40B4-BE49-F238E27FC236}">
                      <a16:creationId xmlns:a16="http://schemas.microsoft.com/office/drawing/2014/main" id="{956C10D8-F4A5-9A2D-8E5D-90639E354E61}"/>
                    </a:ext>
                  </a:extLst>
                </p:cNvPr>
                <p:cNvSpPr txBox="1"/>
                <p:nvPr userDrawn="1"/>
              </p:nvSpPr>
              <p:spPr>
                <a:xfrm>
                  <a:off x="27271039" y="31862994"/>
                  <a:ext cx="1233030"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udbli</a:t>
                  </a:r>
                  <a:endParaRPr lang="en-US" sz="3600" dirty="0"/>
                </a:p>
              </p:txBody>
            </p:sp>
          </p:grpSp>
          <p:grpSp>
            <p:nvGrpSpPr>
              <p:cNvPr id="45" name="Group 44">
                <a:extLst>
                  <a:ext uri="{FF2B5EF4-FFF2-40B4-BE49-F238E27FC236}">
                    <a16:creationId xmlns:a16="http://schemas.microsoft.com/office/drawing/2014/main" id="{C6D64DDC-0722-4462-77A5-32223E794ED6}"/>
                  </a:ext>
                </a:extLst>
              </p:cNvPr>
              <p:cNvGrpSpPr/>
              <p:nvPr userDrawn="1"/>
            </p:nvGrpSpPr>
            <p:grpSpPr>
              <a:xfrm>
                <a:off x="30044413" y="31843163"/>
                <a:ext cx="3080364" cy="685800"/>
                <a:chOff x="29703510" y="31843102"/>
                <a:chExt cx="3080364" cy="685800"/>
              </a:xfrm>
            </p:grpSpPr>
            <p:pic>
              <p:nvPicPr>
                <p:cNvPr id="32" name="Picture 31">
                  <a:extLst>
                    <a:ext uri="{FF2B5EF4-FFF2-40B4-BE49-F238E27FC236}">
                      <a16:creationId xmlns:a16="http://schemas.microsoft.com/office/drawing/2014/main" id="{73439212-FA94-072D-E8D0-4A65FB36FFAF}"/>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9703510" y="31843102"/>
                  <a:ext cx="685800" cy="685800"/>
                </a:xfrm>
                <a:prstGeom prst="rect">
                  <a:avLst/>
                </a:prstGeom>
              </p:spPr>
            </p:pic>
            <p:sp>
              <p:nvSpPr>
                <p:cNvPr id="40" name="TextBox 39">
                  <a:extLst>
                    <a:ext uri="{FF2B5EF4-FFF2-40B4-BE49-F238E27FC236}">
                      <a16:creationId xmlns:a16="http://schemas.microsoft.com/office/drawing/2014/main" id="{82DE87B4-2357-4412-79BC-E3DF5F3C3F03}"/>
                    </a:ext>
                  </a:extLst>
                </p:cNvPr>
                <p:cNvSpPr txBox="1"/>
                <p:nvPr userDrawn="1"/>
              </p:nvSpPr>
              <p:spPr>
                <a:xfrm>
                  <a:off x="30524922" y="31862837"/>
                  <a:ext cx="2258952"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@uudbmi</a:t>
                  </a:r>
                  <a:endParaRPr lang="en-US" sz="3600" dirty="0"/>
                </a:p>
              </p:txBody>
            </p:sp>
          </p:grpSp>
          <p:grpSp>
            <p:nvGrpSpPr>
              <p:cNvPr id="46" name="Group 45">
                <a:extLst>
                  <a:ext uri="{FF2B5EF4-FFF2-40B4-BE49-F238E27FC236}">
                    <a16:creationId xmlns:a16="http://schemas.microsoft.com/office/drawing/2014/main" id="{C18E14A6-1867-74B1-B8CD-598B103FF4DB}"/>
                  </a:ext>
                </a:extLst>
              </p:cNvPr>
              <p:cNvGrpSpPr/>
              <p:nvPr userDrawn="1"/>
            </p:nvGrpSpPr>
            <p:grpSpPr>
              <a:xfrm>
                <a:off x="33340544" y="31843163"/>
                <a:ext cx="2955627" cy="685800"/>
                <a:chOff x="33006608" y="31865550"/>
                <a:chExt cx="2955627" cy="685800"/>
              </a:xfrm>
            </p:grpSpPr>
            <p:pic>
              <p:nvPicPr>
                <p:cNvPr id="34" name="Picture 33">
                  <a:extLst>
                    <a:ext uri="{FF2B5EF4-FFF2-40B4-BE49-F238E27FC236}">
                      <a16:creationId xmlns:a16="http://schemas.microsoft.com/office/drawing/2014/main" id="{62B5C284-D041-2F6E-AF48-AB0248218F96}"/>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33006608" y="31865550"/>
                  <a:ext cx="685800" cy="685800"/>
                </a:xfrm>
                <a:prstGeom prst="rect">
                  <a:avLst/>
                </a:prstGeom>
              </p:spPr>
            </p:pic>
            <p:sp>
              <p:nvSpPr>
                <p:cNvPr id="41" name="TextBox 40">
                  <a:extLst>
                    <a:ext uri="{FF2B5EF4-FFF2-40B4-BE49-F238E27FC236}">
                      <a16:creationId xmlns:a16="http://schemas.microsoft.com/office/drawing/2014/main" id="{FB23E0F6-04E0-42D1-9BEC-EC2103896A11}"/>
                    </a:ext>
                  </a:extLst>
                </p:cNvPr>
                <p:cNvSpPr txBox="1"/>
                <p:nvPr userDrawn="1"/>
              </p:nvSpPr>
              <p:spPr>
                <a:xfrm>
                  <a:off x="33831524" y="31885285"/>
                  <a:ext cx="2130711"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@uofbmi</a:t>
                  </a:r>
                  <a:endParaRPr lang="en-US" sz="3600" dirty="0"/>
                </a:p>
              </p:txBody>
            </p:sp>
          </p:grpSp>
          <p:grpSp>
            <p:nvGrpSpPr>
              <p:cNvPr id="47" name="Group 46">
                <a:extLst>
                  <a:ext uri="{FF2B5EF4-FFF2-40B4-BE49-F238E27FC236}">
                    <a16:creationId xmlns:a16="http://schemas.microsoft.com/office/drawing/2014/main" id="{B4F4FCD4-EECB-188B-CDEE-9A60A454A6AE}"/>
                  </a:ext>
                </a:extLst>
              </p:cNvPr>
              <p:cNvGrpSpPr/>
              <p:nvPr userDrawn="1"/>
            </p:nvGrpSpPr>
            <p:grpSpPr>
              <a:xfrm>
                <a:off x="36511938" y="31843163"/>
                <a:ext cx="2885095" cy="685800"/>
                <a:chOff x="36309706" y="31813816"/>
                <a:chExt cx="2885095" cy="685800"/>
              </a:xfrm>
            </p:grpSpPr>
            <p:pic>
              <p:nvPicPr>
                <p:cNvPr id="36" name="Picture 35">
                  <a:extLst>
                    <a:ext uri="{FF2B5EF4-FFF2-40B4-BE49-F238E27FC236}">
                      <a16:creationId xmlns:a16="http://schemas.microsoft.com/office/drawing/2014/main" id="{96C63554-2EDD-96A1-891E-F0A0737FE84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6309706" y="31813816"/>
                  <a:ext cx="685800" cy="685800"/>
                </a:xfrm>
                <a:prstGeom prst="rect">
                  <a:avLst/>
                </a:prstGeom>
              </p:spPr>
            </p:pic>
            <p:sp>
              <p:nvSpPr>
                <p:cNvPr id="42" name="TextBox 41">
                  <a:extLst>
                    <a:ext uri="{FF2B5EF4-FFF2-40B4-BE49-F238E27FC236}">
                      <a16:creationId xmlns:a16="http://schemas.microsoft.com/office/drawing/2014/main" id="{C891F43C-1695-C61B-CCDE-7748174C86EC}"/>
                    </a:ext>
                  </a:extLst>
                </p:cNvPr>
                <p:cNvSpPr txBox="1"/>
                <p:nvPr userDrawn="1"/>
              </p:nvSpPr>
              <p:spPr>
                <a:xfrm>
                  <a:off x="37134622" y="31833551"/>
                  <a:ext cx="2060179"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uoudbmi</a:t>
                  </a:r>
                  <a:endParaRPr lang="en-US" sz="3600" dirty="0"/>
                </a:p>
              </p:txBody>
            </p:sp>
          </p:grpSp>
          <p:grpSp>
            <p:nvGrpSpPr>
              <p:cNvPr id="49" name="Group 48">
                <a:extLst>
                  <a:ext uri="{FF2B5EF4-FFF2-40B4-BE49-F238E27FC236}">
                    <a16:creationId xmlns:a16="http://schemas.microsoft.com/office/drawing/2014/main" id="{E533262A-3B1D-39D9-3A0A-3538E5B7BB93}"/>
                  </a:ext>
                </a:extLst>
              </p:cNvPr>
              <p:cNvGrpSpPr/>
              <p:nvPr userDrawn="1"/>
            </p:nvGrpSpPr>
            <p:grpSpPr>
              <a:xfrm>
                <a:off x="39612802" y="31838357"/>
                <a:ext cx="3572427" cy="685800"/>
                <a:chOff x="39612802" y="31838357"/>
                <a:chExt cx="3572427" cy="685800"/>
              </a:xfrm>
            </p:grpSpPr>
            <p:pic>
              <p:nvPicPr>
                <p:cNvPr id="38" name="Picture 37">
                  <a:extLst>
                    <a:ext uri="{FF2B5EF4-FFF2-40B4-BE49-F238E27FC236}">
                      <a16:creationId xmlns:a16="http://schemas.microsoft.com/office/drawing/2014/main" id="{9999700B-5E80-E07D-88E6-77205D47FC78}"/>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39612802" y="31838357"/>
                  <a:ext cx="685800" cy="685800"/>
                </a:xfrm>
                <a:prstGeom prst="rect">
                  <a:avLst/>
                </a:prstGeom>
              </p:spPr>
            </p:pic>
            <p:sp>
              <p:nvSpPr>
                <p:cNvPr id="43" name="TextBox 42">
                  <a:extLst>
                    <a:ext uri="{FF2B5EF4-FFF2-40B4-BE49-F238E27FC236}">
                      <a16:creationId xmlns:a16="http://schemas.microsoft.com/office/drawing/2014/main" id="{D5DBDF5C-395E-4A3E-62C8-3EFD81D143C3}"/>
                    </a:ext>
                  </a:extLst>
                </p:cNvPr>
                <p:cNvSpPr txBox="1"/>
                <p:nvPr userDrawn="1"/>
              </p:nvSpPr>
              <p:spPr>
                <a:xfrm>
                  <a:off x="40438964" y="31858092"/>
                  <a:ext cx="2746265"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3600" dirty="0">
                      <a:solidFill>
                        <a:schemeClr val="bg1"/>
                      </a:solidFill>
                    </a:rPr>
                    <a:t>@uou-dbmi</a:t>
                  </a:r>
                  <a:endParaRPr lang="en-US" sz="3600" dirty="0"/>
                </a:p>
              </p:txBody>
            </p:sp>
          </p:grpSp>
        </p:grpSp>
      </p:grpSp>
      <p:cxnSp>
        <p:nvCxnSpPr>
          <p:cNvPr id="4" name="Straight Connector 3">
            <a:extLst>
              <a:ext uri="{FF2B5EF4-FFF2-40B4-BE49-F238E27FC236}">
                <a16:creationId xmlns:a16="http://schemas.microsoft.com/office/drawing/2014/main" id="{0591CE90-5C9B-5E91-2545-2BD563FFFB0D}"/>
              </a:ext>
            </a:extLst>
          </p:cNvPr>
          <p:cNvCxnSpPr>
            <a:cxnSpLocks/>
          </p:cNvCxnSpPr>
          <p:nvPr userDrawn="1"/>
        </p:nvCxnSpPr>
        <p:spPr>
          <a:xfrm>
            <a:off x="0" y="5486400"/>
            <a:ext cx="43891200" cy="0"/>
          </a:xfrm>
          <a:prstGeom prst="line">
            <a:avLst/>
          </a:prstGeom>
          <a:ln w="57150">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1554367"/>
      </p:ext>
    </p:extLst>
  </p:cSld>
  <p:clrMap bg1="lt1" tx1="dk1" bg2="lt2" tx2="dk2" accent1="accent1" accent2="accent2" accent3="accent3" accent4="accent4" accent5="accent5" accent6="accent6" hlink="hlink" folHlink="folHlink"/>
  <p:sldLayoutIdLst>
    <p:sldLayoutId id="2147483665" r:id="rId1"/>
  </p:sldLayoutIdLst>
  <p:txStyles>
    <p:titleStyle>
      <a:lvl1pPr algn="ctr" defTabSz="4389120" rtl="0" eaLnBrk="1" latinLnBrk="0" hangingPunct="1">
        <a:lnSpc>
          <a:spcPct val="90000"/>
        </a:lnSpc>
        <a:spcBef>
          <a:spcPct val="0"/>
        </a:spcBef>
        <a:buNone/>
        <a:defRPr sz="8000" b="0" kern="1200">
          <a:solidFill>
            <a:schemeClr val="bg1"/>
          </a:solidFill>
          <a:latin typeface="Sofia Pro" panose="00000500000000000000" pitchFamily="50" charset="0"/>
          <a:ea typeface="+mj-ea"/>
          <a:cs typeface="+mj-cs"/>
        </a:defRPr>
      </a:lvl1pPr>
    </p:titleStyle>
    <p:bodyStyle>
      <a:lvl1pPr marL="0" indent="0" algn="l" defTabSz="4389120" rtl="0" eaLnBrk="1" latinLnBrk="0" hangingPunct="1">
        <a:lnSpc>
          <a:spcPct val="90000"/>
        </a:lnSpc>
        <a:spcBef>
          <a:spcPts val="4800"/>
        </a:spcBef>
        <a:buFont typeface="Arial" panose="020B0604020202020204" pitchFamily="34" charset="0"/>
        <a:buNone/>
        <a:defRPr sz="4000" kern="1200">
          <a:solidFill>
            <a:schemeClr val="tx1"/>
          </a:solidFill>
          <a:latin typeface="+mn-lt"/>
          <a:ea typeface="+mn-ea"/>
          <a:cs typeface="+mn-cs"/>
        </a:defRPr>
      </a:lvl1pPr>
      <a:lvl2pPr marL="9144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2pPr>
      <a:lvl3pPr marL="18288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3pPr>
      <a:lvl4pPr marL="27432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4pPr>
      <a:lvl5pPr marL="3657600" indent="-457200" algn="l" defTabSz="4389120" rtl="0" eaLnBrk="1" latinLnBrk="0" hangingPunct="1">
        <a:lnSpc>
          <a:spcPct val="90000"/>
        </a:lnSpc>
        <a:spcBef>
          <a:spcPts val="2400"/>
        </a:spcBef>
        <a:buFont typeface="Arial" panose="020B0604020202020204" pitchFamily="34" charset="0"/>
        <a:buChar char="•"/>
        <a:defRPr sz="400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2719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ACADFC-302F-81DF-53BD-7DB7D780A298}"/>
              </a:ext>
            </a:extLst>
          </p:cNvPr>
          <p:cNvSpPr>
            <a:spLocks noGrp="1"/>
          </p:cNvSpPr>
          <p:nvPr>
            <p:ph type="title"/>
          </p:nvPr>
        </p:nvSpPr>
        <p:spPr/>
        <p:txBody>
          <a:bodyPr/>
          <a:lstStyle/>
          <a:p>
            <a:r>
              <a:rPr lang="en-US" dirty="0"/>
              <a:t>Title Goes Here </a:t>
            </a:r>
            <a:br>
              <a:rPr lang="en-US" dirty="0"/>
            </a:br>
            <a:r>
              <a:rPr lang="en-US" sz="5400" dirty="0"/>
              <a:t>Presenters</a:t>
            </a:r>
          </a:p>
        </p:txBody>
      </p:sp>
      <p:sp>
        <p:nvSpPr>
          <p:cNvPr id="5" name="Text Placeholder 4">
            <a:extLst>
              <a:ext uri="{FF2B5EF4-FFF2-40B4-BE49-F238E27FC236}">
                <a16:creationId xmlns:a16="http://schemas.microsoft.com/office/drawing/2014/main" id="{8358AA74-74E7-0602-4C77-2C5280FC29EF}"/>
              </a:ext>
            </a:extLst>
          </p:cNvPr>
          <p:cNvSpPr>
            <a:spLocks noGrp="1"/>
          </p:cNvSpPr>
          <p:nvPr>
            <p:ph type="body" idx="1"/>
          </p:nvPr>
        </p:nvSpPr>
        <p:spPr/>
        <p:txBody>
          <a:bodyPr/>
          <a:lstStyle/>
          <a:p>
            <a:endParaRPr lang="en-US" dirty="0"/>
          </a:p>
        </p:txBody>
      </p:sp>
      <p:sp>
        <p:nvSpPr>
          <p:cNvPr id="6" name="Content Placeholder 5">
            <a:extLst>
              <a:ext uri="{FF2B5EF4-FFF2-40B4-BE49-F238E27FC236}">
                <a16:creationId xmlns:a16="http://schemas.microsoft.com/office/drawing/2014/main" id="{4B7680E3-6047-17CE-FDB6-0C3B920C7911}"/>
              </a:ext>
            </a:extLst>
          </p:cNvPr>
          <p:cNvSpPr>
            <a:spLocks noGrp="1"/>
          </p:cNvSpPr>
          <p:nvPr>
            <p:ph sz="half" idx="2"/>
          </p:nvPr>
        </p:nvSpPr>
        <p:spPr/>
        <p:txBody>
          <a:bodyPr/>
          <a:lstStyle/>
          <a:p>
            <a:endParaRPr lang="en-US" dirty="0"/>
          </a:p>
        </p:txBody>
      </p:sp>
      <p:sp>
        <p:nvSpPr>
          <p:cNvPr id="7" name="Text Placeholder 6">
            <a:extLst>
              <a:ext uri="{FF2B5EF4-FFF2-40B4-BE49-F238E27FC236}">
                <a16:creationId xmlns:a16="http://schemas.microsoft.com/office/drawing/2014/main" id="{0F219F88-98E8-DB48-8B42-E34226E727CA}"/>
              </a:ext>
            </a:extLst>
          </p:cNvPr>
          <p:cNvSpPr>
            <a:spLocks noGrp="1"/>
          </p:cNvSpPr>
          <p:nvPr>
            <p:ph type="body" idx="10"/>
          </p:nvPr>
        </p:nvSpPr>
        <p:spPr/>
        <p:txBody>
          <a:bodyPr/>
          <a:lstStyle/>
          <a:p>
            <a:endParaRPr lang="en-US"/>
          </a:p>
        </p:txBody>
      </p:sp>
      <p:sp>
        <p:nvSpPr>
          <p:cNvPr id="8" name="Content Placeholder 7">
            <a:extLst>
              <a:ext uri="{FF2B5EF4-FFF2-40B4-BE49-F238E27FC236}">
                <a16:creationId xmlns:a16="http://schemas.microsoft.com/office/drawing/2014/main" id="{0CD9550A-3FE4-070B-EF51-5C55CAC0B1AE}"/>
              </a:ext>
            </a:extLst>
          </p:cNvPr>
          <p:cNvSpPr>
            <a:spLocks noGrp="1"/>
          </p:cNvSpPr>
          <p:nvPr>
            <p:ph sz="half" idx="11"/>
          </p:nvPr>
        </p:nvSpPr>
        <p:spPr/>
        <p:txBody>
          <a:bodyPr/>
          <a:lstStyle/>
          <a:p>
            <a:endParaRPr lang="en-US"/>
          </a:p>
        </p:txBody>
      </p:sp>
      <p:sp>
        <p:nvSpPr>
          <p:cNvPr id="9" name="Text Placeholder 8">
            <a:extLst>
              <a:ext uri="{FF2B5EF4-FFF2-40B4-BE49-F238E27FC236}">
                <a16:creationId xmlns:a16="http://schemas.microsoft.com/office/drawing/2014/main" id="{E8D31AE3-A840-C7CB-2DCA-A87F63D962E8}"/>
              </a:ext>
            </a:extLst>
          </p:cNvPr>
          <p:cNvSpPr>
            <a:spLocks noGrp="1"/>
          </p:cNvSpPr>
          <p:nvPr>
            <p:ph type="body" idx="12"/>
          </p:nvPr>
        </p:nvSpPr>
        <p:spPr/>
        <p:txBody>
          <a:bodyPr/>
          <a:lstStyle/>
          <a:p>
            <a:endParaRPr lang="en-US"/>
          </a:p>
        </p:txBody>
      </p:sp>
      <p:sp>
        <p:nvSpPr>
          <p:cNvPr id="10" name="Content Placeholder 9">
            <a:extLst>
              <a:ext uri="{FF2B5EF4-FFF2-40B4-BE49-F238E27FC236}">
                <a16:creationId xmlns:a16="http://schemas.microsoft.com/office/drawing/2014/main" id="{AEF30236-F089-69D6-A9A9-70E73679E0EF}"/>
              </a:ext>
            </a:extLst>
          </p:cNvPr>
          <p:cNvSpPr>
            <a:spLocks noGrp="1"/>
          </p:cNvSpPr>
          <p:nvPr>
            <p:ph sz="half" idx="13"/>
          </p:nvPr>
        </p:nvSpPr>
        <p:spPr/>
        <p:txBody>
          <a:bodyPr/>
          <a:lstStyle/>
          <a:p>
            <a:endParaRPr lang="en-US"/>
          </a:p>
        </p:txBody>
      </p:sp>
      <p:sp>
        <p:nvSpPr>
          <p:cNvPr id="11" name="Text Placeholder 10">
            <a:extLst>
              <a:ext uri="{FF2B5EF4-FFF2-40B4-BE49-F238E27FC236}">
                <a16:creationId xmlns:a16="http://schemas.microsoft.com/office/drawing/2014/main" id="{3960C2AC-A2E2-BE91-2A49-F386685BBFEC}"/>
              </a:ext>
            </a:extLst>
          </p:cNvPr>
          <p:cNvSpPr>
            <a:spLocks noGrp="1"/>
          </p:cNvSpPr>
          <p:nvPr>
            <p:ph type="body" idx="14"/>
          </p:nvPr>
        </p:nvSpPr>
        <p:spPr/>
        <p:txBody>
          <a:bodyPr/>
          <a:lstStyle/>
          <a:p>
            <a:endParaRPr lang="en-US"/>
          </a:p>
        </p:txBody>
      </p:sp>
      <p:sp>
        <p:nvSpPr>
          <p:cNvPr id="12" name="Content Placeholder 11">
            <a:extLst>
              <a:ext uri="{FF2B5EF4-FFF2-40B4-BE49-F238E27FC236}">
                <a16:creationId xmlns:a16="http://schemas.microsoft.com/office/drawing/2014/main" id="{9DE86909-71BC-6805-C6F9-A54EC741C8B5}"/>
              </a:ext>
            </a:extLst>
          </p:cNvPr>
          <p:cNvSpPr>
            <a:spLocks noGrp="1"/>
          </p:cNvSpPr>
          <p:nvPr>
            <p:ph sz="half" idx="15"/>
          </p:nvPr>
        </p:nvSpPr>
        <p:spPr/>
        <p:txBody>
          <a:bodyPr/>
          <a:lstStyle/>
          <a:p>
            <a:endParaRPr lang="en-US" dirty="0"/>
          </a:p>
        </p:txBody>
      </p:sp>
      <p:sp>
        <p:nvSpPr>
          <p:cNvPr id="13" name="Text Placeholder 12">
            <a:extLst>
              <a:ext uri="{FF2B5EF4-FFF2-40B4-BE49-F238E27FC236}">
                <a16:creationId xmlns:a16="http://schemas.microsoft.com/office/drawing/2014/main" id="{A9716326-A5D7-F019-68D9-F6E52FDA6AF5}"/>
              </a:ext>
            </a:extLst>
          </p:cNvPr>
          <p:cNvSpPr>
            <a:spLocks noGrp="1"/>
          </p:cNvSpPr>
          <p:nvPr>
            <p:ph type="body" idx="16"/>
          </p:nvPr>
        </p:nvSpPr>
        <p:spPr/>
        <p:txBody>
          <a:bodyPr/>
          <a:lstStyle/>
          <a:p>
            <a:endParaRPr lang="en-US"/>
          </a:p>
        </p:txBody>
      </p:sp>
      <p:sp>
        <p:nvSpPr>
          <p:cNvPr id="14" name="Content Placeholder 13">
            <a:extLst>
              <a:ext uri="{FF2B5EF4-FFF2-40B4-BE49-F238E27FC236}">
                <a16:creationId xmlns:a16="http://schemas.microsoft.com/office/drawing/2014/main" id="{DDA833D6-172D-1E79-DA25-45B17963FD5A}"/>
              </a:ext>
            </a:extLst>
          </p:cNvPr>
          <p:cNvSpPr>
            <a:spLocks noGrp="1"/>
          </p:cNvSpPr>
          <p:nvPr>
            <p:ph sz="half" idx="17"/>
          </p:nvPr>
        </p:nvSpPr>
        <p:spPr/>
        <p:txBody>
          <a:bodyPr/>
          <a:lstStyle/>
          <a:p>
            <a:endParaRPr lang="en-US"/>
          </a:p>
        </p:txBody>
      </p:sp>
      <p:sp>
        <p:nvSpPr>
          <p:cNvPr id="15" name="Text Placeholder 14">
            <a:extLst>
              <a:ext uri="{FF2B5EF4-FFF2-40B4-BE49-F238E27FC236}">
                <a16:creationId xmlns:a16="http://schemas.microsoft.com/office/drawing/2014/main" id="{6CE95CAE-E10D-CE49-1FC2-EE3D57F62DFE}"/>
              </a:ext>
            </a:extLst>
          </p:cNvPr>
          <p:cNvSpPr>
            <a:spLocks noGrp="1"/>
          </p:cNvSpPr>
          <p:nvPr>
            <p:ph type="body" idx="18"/>
          </p:nvPr>
        </p:nvSpPr>
        <p:spPr/>
        <p:txBody>
          <a:bodyPr/>
          <a:lstStyle/>
          <a:p>
            <a:endParaRPr lang="en-US"/>
          </a:p>
        </p:txBody>
      </p:sp>
      <p:sp>
        <p:nvSpPr>
          <p:cNvPr id="16" name="Content Placeholder 15">
            <a:extLst>
              <a:ext uri="{FF2B5EF4-FFF2-40B4-BE49-F238E27FC236}">
                <a16:creationId xmlns:a16="http://schemas.microsoft.com/office/drawing/2014/main" id="{FE0EE304-A0C9-ADE4-0D7D-F55316E9B719}"/>
              </a:ext>
            </a:extLst>
          </p:cNvPr>
          <p:cNvSpPr>
            <a:spLocks noGrp="1"/>
          </p:cNvSpPr>
          <p:nvPr>
            <p:ph sz="half" idx="19"/>
          </p:nvPr>
        </p:nvSpPr>
        <p:spPr/>
        <p:txBody>
          <a:bodyPr/>
          <a:lstStyle/>
          <a:p>
            <a:endParaRPr lang="en-US" dirty="0"/>
          </a:p>
        </p:txBody>
      </p:sp>
    </p:spTree>
    <p:extLst>
      <p:ext uri="{BB962C8B-B14F-4D97-AF65-F5344CB8AC3E}">
        <p14:creationId xmlns:p14="http://schemas.microsoft.com/office/powerpoint/2010/main" val="696326998"/>
      </p:ext>
    </p:extLst>
  </p:cSld>
  <p:clrMapOvr>
    <a:masterClrMapping/>
  </p:clrMapOvr>
</p:sld>
</file>

<file path=ppt/theme/theme1.xml><?xml version="1.0" encoding="utf-8"?>
<a:theme xmlns:a="http://schemas.openxmlformats.org/drawingml/2006/main" name="Office Theme">
  <a:themeElements>
    <a:clrScheme name="University of Utah">
      <a:dk1>
        <a:srgbClr val="000000"/>
      </a:dk1>
      <a:lt1>
        <a:srgbClr val="FFFFFF"/>
      </a:lt1>
      <a:dk2>
        <a:srgbClr val="BE0000"/>
      </a:dk2>
      <a:lt2>
        <a:srgbClr val="E2E6E6"/>
      </a:lt2>
      <a:accent1>
        <a:srgbClr val="4F868E"/>
      </a:accent1>
      <a:accent2>
        <a:srgbClr val="FFB81D"/>
      </a:accent2>
      <a:accent3>
        <a:srgbClr val="3ABFC0"/>
      </a:accent3>
      <a:accent4>
        <a:srgbClr val="EFC041"/>
      </a:accent4>
      <a:accent5>
        <a:srgbClr val="9DD8D7"/>
      </a:accent5>
      <a:accent6>
        <a:srgbClr val="E4937B"/>
      </a:accent6>
      <a:hlink>
        <a:srgbClr val="6CC24A"/>
      </a:hlink>
      <a:folHlink>
        <a:srgbClr val="890000"/>
      </a:folHlink>
    </a:clrScheme>
    <a:fontScheme name="University of Utah">
      <a:majorFont>
        <a:latin typeface="Sofia Pro Black"/>
        <a:ea typeface=""/>
        <a:cs typeface=""/>
      </a:majorFont>
      <a:minorFont>
        <a:latin typeface="Sofia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222</TotalTime>
  <Words>5</Words>
  <Application>Microsoft Office PowerPoint</Application>
  <PresentationFormat>Custom</PresentationFormat>
  <Paragraphs>1</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Sofia Pro</vt:lpstr>
      <vt:lpstr>Office Theme</vt:lpstr>
      <vt:lpstr>Title Goes Here  Presenters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Snyder, Manuel S - (manuel)</dc:creator>
  <cp:lastModifiedBy>Carolyn Scheese</cp:lastModifiedBy>
  <cp:revision>18</cp:revision>
  <dcterms:created xsi:type="dcterms:W3CDTF">2026-02-28T04:30:35Z</dcterms:created>
  <dcterms:modified xsi:type="dcterms:W3CDTF">2026-04-02T05:02:35Z</dcterms:modified>
</cp:coreProperties>
</file>