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D8FBED-E7B1-4C8A-9F7B-084531E7908A}" v="42" dt="2025-12-18T01:18:10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6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Spadafino" userId="e1932f06-d899-49d4-aa58-958d000ddd9a" providerId="ADAL" clId="{81252183-A79E-4372-A9DF-1FDE719404D0}"/>
    <pc:docChg chg="undo custSel addSld delSld modSld modMainMaster">
      <pc:chgData name="Madison Spadafino" userId="e1932f06-d899-49d4-aa58-958d000ddd9a" providerId="ADAL" clId="{81252183-A79E-4372-A9DF-1FDE719404D0}" dt="2025-12-18T01:25:37.263" v="1630" actId="14861"/>
      <pc:docMkLst>
        <pc:docMk/>
      </pc:docMkLst>
      <pc:sldChg chg="modSp del mod">
        <pc:chgData name="Madison Spadafino" userId="e1932f06-d899-49d4-aa58-958d000ddd9a" providerId="ADAL" clId="{81252183-A79E-4372-A9DF-1FDE719404D0}" dt="2025-12-18T01:06:35.018" v="1076" actId="47"/>
        <pc:sldMkLst>
          <pc:docMk/>
          <pc:sldMk cId="174646429" sldId="256"/>
        </pc:sldMkLst>
        <pc:spChg chg="mod">
          <ac:chgData name="Madison Spadafino" userId="e1932f06-d899-49d4-aa58-958d000ddd9a" providerId="ADAL" clId="{81252183-A79E-4372-A9DF-1FDE719404D0}" dt="2025-12-18T01:06:07.957" v="1071" actId="14100"/>
          <ac:spMkLst>
            <pc:docMk/>
            <pc:sldMk cId="174646429" sldId="256"/>
            <ac:spMk id="3" creationId="{2F174022-0F66-F40C-E208-64ECA7BBAB0C}"/>
          </ac:spMkLst>
        </pc:spChg>
      </pc:sldChg>
      <pc:sldChg chg="addSp delSp modSp new del mod modClrScheme chgLayout">
        <pc:chgData name="Madison Spadafino" userId="e1932f06-d899-49d4-aa58-958d000ddd9a" providerId="ADAL" clId="{81252183-A79E-4372-A9DF-1FDE719404D0}" dt="2025-12-18T01:20:59.800" v="1619" actId="47"/>
        <pc:sldMkLst>
          <pc:docMk/>
          <pc:sldMk cId="203283011" sldId="256"/>
        </pc:sldMkLst>
        <pc:spChg chg="del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3" creationId="{1C05CC3A-5B3A-F74E-A1F4-4F9852256F97}"/>
          </ac:spMkLst>
        </pc:spChg>
        <pc:spChg chg="del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4" creationId="{AFB5753F-3BD5-C14A-44E9-D08779C37AD1}"/>
          </ac:spMkLst>
        </pc:spChg>
        <pc:spChg chg="del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5" creationId="{7556CDD9-2305-22E0-F2EF-9ADB82B6D570}"/>
          </ac:spMkLst>
        </pc:spChg>
        <pc:spChg chg="del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6" creationId="{767985D6-DF32-8A59-86E8-B97E77306798}"/>
          </ac:spMkLst>
        </pc:spChg>
        <pc:spChg chg="del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7" creationId="{0FA312C5-BD4B-8116-2CDE-DA55675F1EDA}"/>
          </ac:spMkLst>
        </pc:spChg>
        <pc:spChg chg="add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8" creationId="{85695455-5339-2D11-66DA-A7AD9D23926E}"/>
          </ac:spMkLst>
        </pc:spChg>
        <pc:spChg chg="add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9" creationId="{35E7CA60-0CCF-0550-5880-52EAA86DC24C}"/>
          </ac:spMkLst>
        </pc:spChg>
        <pc:spChg chg="add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10" creationId="{E161451E-BFE1-ED72-8F9B-3DC058C63D8C}"/>
          </ac:spMkLst>
        </pc:spChg>
        <pc:spChg chg="add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11" creationId="{7860D76B-BFE5-FBCA-9193-1D13D6F10EE7}"/>
          </ac:spMkLst>
        </pc:spChg>
        <pc:spChg chg="add mod ord">
          <ac:chgData name="Madison Spadafino" userId="e1932f06-d899-49d4-aa58-958d000ddd9a" providerId="ADAL" clId="{81252183-A79E-4372-A9DF-1FDE719404D0}" dt="2025-12-18T01:06:45.705" v="1078" actId="700"/>
          <ac:spMkLst>
            <pc:docMk/>
            <pc:sldMk cId="203283011" sldId="256"/>
            <ac:spMk id="12" creationId="{1A04723C-6A5C-8148-CB5E-DC0D77DEC005}"/>
          </ac:spMkLst>
        </pc:spChg>
      </pc:sldChg>
      <pc:sldChg chg="new">
        <pc:chgData name="Madison Spadafino" userId="e1932f06-d899-49d4-aa58-958d000ddd9a" providerId="ADAL" clId="{81252183-A79E-4372-A9DF-1FDE719404D0}" dt="2025-12-18T01:21:02.267" v="1621" actId="680"/>
        <pc:sldMkLst>
          <pc:docMk/>
          <pc:sldMk cId="752994474" sldId="256"/>
        </pc:sldMkLst>
      </pc:sldChg>
      <pc:sldChg chg="new del">
        <pc:chgData name="Madison Spadafino" userId="e1932f06-d899-49d4-aa58-958d000ddd9a" providerId="ADAL" clId="{81252183-A79E-4372-A9DF-1FDE719404D0}" dt="2025-12-18T01:21:00.320" v="1620" actId="47"/>
        <pc:sldMkLst>
          <pc:docMk/>
          <pc:sldMk cId="965123309" sldId="257"/>
        </pc:sldMkLst>
      </pc:sldChg>
      <pc:sldChg chg="new">
        <pc:chgData name="Madison Spadafino" userId="e1932f06-d899-49d4-aa58-958d000ddd9a" providerId="ADAL" clId="{81252183-A79E-4372-A9DF-1FDE719404D0}" dt="2025-12-18T01:21:03.863" v="1622" actId="680"/>
        <pc:sldMkLst>
          <pc:docMk/>
          <pc:sldMk cId="1085572469" sldId="257"/>
        </pc:sldMkLst>
      </pc:sldChg>
      <pc:sldChg chg="new del">
        <pc:chgData name="Madison Spadafino" userId="e1932f06-d899-49d4-aa58-958d000ddd9a" providerId="ADAL" clId="{81252183-A79E-4372-A9DF-1FDE719404D0}" dt="2025-12-18T01:06:34.006" v="1075" actId="47"/>
        <pc:sldMkLst>
          <pc:docMk/>
          <pc:sldMk cId="2323732571" sldId="257"/>
        </pc:sldMkLst>
      </pc:sldChg>
      <pc:sldChg chg="new">
        <pc:chgData name="Madison Spadafino" userId="e1932f06-d899-49d4-aa58-958d000ddd9a" providerId="ADAL" clId="{81252183-A79E-4372-A9DF-1FDE719404D0}" dt="2025-12-18T01:21:08.330" v="1623" actId="680"/>
        <pc:sldMkLst>
          <pc:docMk/>
          <pc:sldMk cId="3191274420" sldId="258"/>
        </pc:sldMkLst>
      </pc:sldChg>
      <pc:sldChg chg="new">
        <pc:chgData name="Madison Spadafino" userId="e1932f06-d899-49d4-aa58-958d000ddd9a" providerId="ADAL" clId="{81252183-A79E-4372-A9DF-1FDE719404D0}" dt="2025-12-18T01:21:11.651" v="1624" actId="680"/>
        <pc:sldMkLst>
          <pc:docMk/>
          <pc:sldMk cId="2576231482" sldId="259"/>
        </pc:sldMkLst>
      </pc:sldChg>
      <pc:sldMasterChg chg="addSp delSp modSp mod addSldLayout modSldLayout sldLayoutOrd">
        <pc:chgData name="Madison Spadafino" userId="e1932f06-d899-49d4-aa58-958d000ddd9a" providerId="ADAL" clId="{81252183-A79E-4372-A9DF-1FDE719404D0}" dt="2025-12-18T01:25:37.263" v="1630" actId="14861"/>
        <pc:sldMasterMkLst>
          <pc:docMk/>
          <pc:sldMasterMk cId="3987042931" sldId="2147483648"/>
        </pc:sldMasterMkLst>
        <pc:spChg chg="mod">
          <ac:chgData name="Madison Spadafino" userId="e1932f06-d899-49d4-aa58-958d000ddd9a" providerId="ADAL" clId="{81252183-A79E-4372-A9DF-1FDE719404D0}" dt="2025-12-18T01:00:30.753" v="1010" actId="1076"/>
          <ac:spMkLst>
            <pc:docMk/>
            <pc:sldMasterMk cId="3987042931" sldId="2147483648"/>
            <ac:spMk id="2" creationId="{A7859C5F-BFB5-589C-0A88-4280446C09AA}"/>
          </ac:spMkLst>
        </pc:spChg>
        <pc:spChg chg="add del mod">
          <ac:chgData name="Madison Spadafino" userId="e1932f06-d899-49d4-aa58-958d000ddd9a" providerId="ADAL" clId="{81252183-A79E-4372-A9DF-1FDE719404D0}" dt="2025-12-18T01:02:37.787" v="1047" actId="255"/>
          <ac:spMkLst>
            <pc:docMk/>
            <pc:sldMasterMk cId="3987042931" sldId="2147483648"/>
            <ac:spMk id="3" creationId="{EDAA43C5-519E-F2F8-AA1E-51919E4B50E7}"/>
          </ac:spMkLst>
        </pc:spChg>
        <pc:sldLayoutChg chg="addSp delSp modSp mod">
          <pc:chgData name="Madison Spadafino" userId="e1932f06-d899-49d4-aa58-958d000ddd9a" providerId="ADAL" clId="{81252183-A79E-4372-A9DF-1FDE719404D0}" dt="2025-12-18T01:07:19.590" v="1083" actId="14100"/>
          <pc:sldLayoutMkLst>
            <pc:docMk/>
            <pc:sldMasterMk cId="3987042931" sldId="2147483648"/>
            <pc:sldLayoutMk cId="2382891725" sldId="2147483649"/>
          </pc:sldLayoutMkLst>
          <pc:spChg chg="del mod ord">
            <ac:chgData name="Madison Spadafino" userId="e1932f06-d899-49d4-aa58-958d000ddd9a" providerId="ADAL" clId="{81252183-A79E-4372-A9DF-1FDE719404D0}" dt="2025-12-18T00:56:22.067" v="906" actId="478"/>
            <ac:spMkLst>
              <pc:docMk/>
              <pc:sldMasterMk cId="3987042931" sldId="2147483648"/>
              <pc:sldLayoutMk cId="2382891725" sldId="2147483649"/>
              <ac:spMk id="3" creationId="{8E988DA2-9368-56D5-2870-69BA74B510F1}"/>
            </ac:spMkLst>
          </pc:spChg>
          <pc:spChg chg="add del">
            <ac:chgData name="Madison Spadafino" userId="e1932f06-d899-49d4-aa58-958d000ddd9a" providerId="ADAL" clId="{81252183-A79E-4372-A9DF-1FDE719404D0}" dt="2025-12-18T01:05:46.912" v="1067" actId="11529"/>
            <ac:spMkLst>
              <pc:docMk/>
              <pc:sldMasterMk cId="3987042931" sldId="2147483648"/>
              <pc:sldLayoutMk cId="2382891725" sldId="2147483649"/>
              <ac:spMk id="3" creationId="{903BDE24-F784-78C7-CD17-F4A4AF0D4D30}"/>
            </ac:spMkLst>
          </pc:spChg>
          <pc:spChg chg="add del mod">
            <ac:chgData name="Madison Spadafino" userId="e1932f06-d899-49d4-aa58-958d000ddd9a" providerId="ADAL" clId="{81252183-A79E-4372-A9DF-1FDE719404D0}" dt="2025-12-18T01:06:22.943" v="1072" actId="478"/>
            <ac:spMkLst>
              <pc:docMk/>
              <pc:sldMasterMk cId="3987042931" sldId="2147483648"/>
              <pc:sldLayoutMk cId="2382891725" sldId="2147483649"/>
              <ac:spMk id="4" creationId="{350C8B87-14B3-A265-014A-B4A6E0CBC790}"/>
            </ac:spMkLst>
          </pc:spChg>
          <pc:spChg chg="add del mod">
            <ac:chgData name="Madison Spadafino" userId="e1932f06-d899-49d4-aa58-958d000ddd9a" providerId="ADAL" clId="{81252183-A79E-4372-A9DF-1FDE719404D0}" dt="2025-12-18T01:07:09.359" v="1080" actId="478"/>
            <ac:spMkLst>
              <pc:docMk/>
              <pc:sldMasterMk cId="3987042931" sldId="2147483648"/>
              <pc:sldLayoutMk cId="2382891725" sldId="2147483649"/>
              <ac:spMk id="5" creationId="{59B72D60-A455-A36D-34C8-92DBD7FDF77E}"/>
            </ac:spMkLst>
          </pc:spChg>
          <pc:spChg chg="add mod">
            <ac:chgData name="Madison Spadafino" userId="e1932f06-d899-49d4-aa58-958d000ddd9a" providerId="ADAL" clId="{81252183-A79E-4372-A9DF-1FDE719404D0}" dt="2025-12-18T01:07:19.590" v="1083" actId="14100"/>
            <ac:spMkLst>
              <pc:docMk/>
              <pc:sldMasterMk cId="3987042931" sldId="2147483648"/>
              <pc:sldLayoutMk cId="2382891725" sldId="2147483649"/>
              <ac:spMk id="6" creationId="{A7421080-DB10-9731-5B08-158C94E40976}"/>
            </ac:spMkLst>
          </pc:spChg>
          <pc:spChg chg="mod">
            <ac:chgData name="Madison Spadafino" userId="e1932f06-d899-49d4-aa58-958d000ddd9a" providerId="ADAL" clId="{81252183-A79E-4372-A9DF-1FDE719404D0}" dt="2025-12-18T00:42:11.507" v="601" actId="14100"/>
            <ac:spMkLst>
              <pc:docMk/>
              <pc:sldMasterMk cId="3987042931" sldId="2147483648"/>
              <pc:sldLayoutMk cId="2382891725" sldId="2147483649"/>
              <ac:spMk id="13" creationId="{7965AE0A-33ED-5FA1-D4C6-F5DEB8DC5C5E}"/>
            </ac:spMkLst>
          </pc:spChg>
          <pc:spChg chg="mod">
            <ac:chgData name="Madison Spadafino" userId="e1932f06-d899-49d4-aa58-958d000ddd9a" providerId="ADAL" clId="{81252183-A79E-4372-A9DF-1FDE719404D0}" dt="2025-12-18T01:01:20.641" v="1037" actId="207"/>
            <ac:spMkLst>
              <pc:docMk/>
              <pc:sldMasterMk cId="3987042931" sldId="2147483648"/>
              <pc:sldLayoutMk cId="2382891725" sldId="2147483649"/>
              <ac:spMk id="14" creationId="{F14658A6-5CD3-3F66-A5C0-BCBEFE600A46}"/>
            </ac:spMkLst>
          </pc:spChg>
          <pc:spChg chg="add del mod">
            <ac:chgData name="Madison Spadafino" userId="e1932f06-d899-49d4-aa58-958d000ddd9a" providerId="ADAL" clId="{81252183-A79E-4372-A9DF-1FDE719404D0}" dt="2025-12-18T01:03:14.653" v="1048" actId="478"/>
            <ac:spMkLst>
              <pc:docMk/>
              <pc:sldMasterMk cId="3987042931" sldId="2147483648"/>
              <pc:sldLayoutMk cId="2382891725" sldId="2147483649"/>
              <ac:spMk id="17" creationId="{B7B62CE8-2292-46EB-7600-460FB4B5BB9F}"/>
            </ac:spMkLst>
          </pc:spChg>
          <pc:spChg chg="add mod">
            <ac:chgData name="Madison Spadafino" userId="e1932f06-d899-49d4-aa58-958d000ddd9a" providerId="ADAL" clId="{81252183-A79E-4372-A9DF-1FDE719404D0}" dt="2025-12-18T00:36:38.795" v="203"/>
            <ac:spMkLst>
              <pc:docMk/>
              <pc:sldMasterMk cId="3987042931" sldId="2147483648"/>
              <pc:sldLayoutMk cId="2382891725" sldId="2147483649"/>
              <ac:spMk id="18" creationId="{1AFCC11C-783C-5F28-2C3F-DA2D917E3E34}"/>
            </ac:spMkLst>
          </pc:spChg>
          <pc:spChg chg="add mod">
            <ac:chgData name="Madison Spadafino" userId="e1932f06-d899-49d4-aa58-958d000ddd9a" providerId="ADAL" clId="{81252183-A79E-4372-A9DF-1FDE719404D0}" dt="2025-12-18T00:36:40.578" v="206"/>
            <ac:spMkLst>
              <pc:docMk/>
              <pc:sldMasterMk cId="3987042931" sldId="2147483648"/>
              <pc:sldLayoutMk cId="2382891725" sldId="2147483649"/>
              <ac:spMk id="19" creationId="{74C32700-162D-FDF6-00AD-84E794882317}"/>
            </ac:spMkLst>
          </pc:spChg>
          <pc:spChg chg="add mod">
            <ac:chgData name="Madison Spadafino" userId="e1932f06-d899-49d4-aa58-958d000ddd9a" providerId="ADAL" clId="{81252183-A79E-4372-A9DF-1FDE719404D0}" dt="2025-12-18T00:36:38.795" v="203"/>
            <ac:spMkLst>
              <pc:docMk/>
              <pc:sldMasterMk cId="3987042931" sldId="2147483648"/>
              <pc:sldLayoutMk cId="2382891725" sldId="2147483649"/>
              <ac:spMk id="21" creationId="{6175B5B8-BC79-71E8-4A5E-735998005738}"/>
            </ac:spMkLst>
          </pc:spChg>
          <pc:spChg chg="add mod">
            <ac:chgData name="Madison Spadafino" userId="e1932f06-d899-49d4-aa58-958d000ddd9a" providerId="ADAL" clId="{81252183-A79E-4372-A9DF-1FDE719404D0}" dt="2025-12-18T01:00:53.662" v="1036" actId="207"/>
            <ac:spMkLst>
              <pc:docMk/>
              <pc:sldMasterMk cId="3987042931" sldId="2147483648"/>
              <pc:sldLayoutMk cId="2382891725" sldId="2147483649"/>
              <ac:spMk id="22" creationId="{865F63B6-5A1E-E7C5-E00A-73F6586D9900}"/>
            </ac:spMkLst>
          </pc:spChg>
          <pc:spChg chg="add mod">
            <ac:chgData name="Madison Spadafino" userId="e1932f06-d899-49d4-aa58-958d000ddd9a" providerId="ADAL" clId="{81252183-A79E-4372-A9DF-1FDE719404D0}" dt="2025-12-18T00:56:25.200" v="908" actId="1076"/>
            <ac:spMkLst>
              <pc:docMk/>
              <pc:sldMasterMk cId="3987042931" sldId="2147483648"/>
              <pc:sldLayoutMk cId="2382891725" sldId="2147483649"/>
              <ac:spMk id="23" creationId="{6A9D4DE5-06CD-877D-FD5F-834364F96D07}"/>
            </ac:spMkLst>
          </pc:spChg>
          <pc:spChg chg="add mod">
            <ac:chgData name="Madison Spadafino" userId="e1932f06-d899-49d4-aa58-958d000ddd9a" providerId="ADAL" clId="{81252183-A79E-4372-A9DF-1FDE719404D0}" dt="2025-12-18T00:41:39.300" v="564" actId="1035"/>
            <ac:spMkLst>
              <pc:docMk/>
              <pc:sldMasterMk cId="3987042931" sldId="2147483648"/>
              <pc:sldLayoutMk cId="2382891725" sldId="2147483649"/>
              <ac:spMk id="24" creationId="{B5644E98-CE51-84F0-279E-F09D19F45FBE}"/>
            </ac:spMkLst>
          </pc:spChg>
          <pc:spChg chg="add mod">
            <ac:chgData name="Madison Spadafino" userId="e1932f06-d899-49d4-aa58-958d000ddd9a" providerId="ADAL" clId="{81252183-A79E-4372-A9DF-1FDE719404D0}" dt="2025-12-18T00:42:17.954" v="602" actId="14100"/>
            <ac:spMkLst>
              <pc:docMk/>
              <pc:sldMasterMk cId="3987042931" sldId="2147483648"/>
              <pc:sldLayoutMk cId="2382891725" sldId="2147483649"/>
              <ac:spMk id="26" creationId="{CF05DF04-2203-9492-158A-BFC100C19F6A}"/>
            </ac:spMkLst>
          </pc:spChg>
          <pc:spChg chg="add mod">
            <ac:chgData name="Madison Spadafino" userId="e1932f06-d899-49d4-aa58-958d000ddd9a" providerId="ADAL" clId="{81252183-A79E-4372-A9DF-1FDE719404D0}" dt="2025-12-18T01:00:31.206" v="1011" actId="207"/>
            <ac:spMkLst>
              <pc:docMk/>
              <pc:sldMasterMk cId="3987042931" sldId="2147483648"/>
              <pc:sldLayoutMk cId="2382891725" sldId="2147483649"/>
              <ac:spMk id="29" creationId="{4B0DB986-1222-01B4-90F0-46744A380A74}"/>
            </ac:spMkLst>
          </pc:spChg>
          <pc:spChg chg="add mod">
            <ac:chgData name="Madison Spadafino" userId="e1932f06-d899-49d4-aa58-958d000ddd9a" providerId="ADAL" clId="{81252183-A79E-4372-A9DF-1FDE719404D0}" dt="2025-12-18T00:42:11.507" v="601" actId="14100"/>
            <ac:spMkLst>
              <pc:docMk/>
              <pc:sldMasterMk cId="3987042931" sldId="2147483648"/>
              <pc:sldLayoutMk cId="2382891725" sldId="2147483649"/>
              <ac:spMk id="30" creationId="{0A340BF2-1AD3-F219-449C-711659E9AAEA}"/>
            </ac:spMkLst>
          </pc:spChg>
          <pc:spChg chg="add mod">
            <ac:chgData name="Madison Spadafino" userId="e1932f06-d899-49d4-aa58-958d000ddd9a" providerId="ADAL" clId="{81252183-A79E-4372-A9DF-1FDE719404D0}" dt="2025-12-18T00:41:50.331" v="596" actId="1036"/>
            <ac:spMkLst>
              <pc:docMk/>
              <pc:sldMasterMk cId="3987042931" sldId="2147483648"/>
              <pc:sldLayoutMk cId="2382891725" sldId="2147483649"/>
              <ac:spMk id="31" creationId="{64A82724-9AB5-25D3-355E-71A3D09F46DD}"/>
            </ac:spMkLst>
          </pc:spChg>
          <pc:spChg chg="add mod">
            <ac:chgData name="Madison Spadafino" userId="e1932f06-d899-49d4-aa58-958d000ddd9a" providerId="ADAL" clId="{81252183-A79E-4372-A9DF-1FDE719404D0}" dt="2025-12-18T00:53:22.342" v="708" actId="1076"/>
            <ac:spMkLst>
              <pc:docMk/>
              <pc:sldMasterMk cId="3987042931" sldId="2147483648"/>
              <pc:sldLayoutMk cId="2382891725" sldId="2147483649"/>
              <ac:spMk id="32" creationId="{432F8511-71A3-B3E8-CC1C-936F31FEA000}"/>
            </ac:spMkLst>
          </pc:spChg>
          <pc:spChg chg="add del mod">
            <ac:chgData name="Madison Spadafino" userId="e1932f06-d899-49d4-aa58-958d000ddd9a" providerId="ADAL" clId="{81252183-A79E-4372-A9DF-1FDE719404D0}" dt="2025-12-18T00:45:25.812" v="609" actId="478"/>
            <ac:spMkLst>
              <pc:docMk/>
              <pc:sldMasterMk cId="3987042931" sldId="2147483648"/>
              <pc:sldLayoutMk cId="2382891725" sldId="2147483649"/>
              <ac:spMk id="35" creationId="{103A2A9E-4D8A-5E24-1C1B-F1D95AB5E988}"/>
            </ac:spMkLst>
          </pc:spChg>
          <pc:spChg chg="add mod">
            <ac:chgData name="Madison Spadafino" userId="e1932f06-d899-49d4-aa58-958d000ddd9a" providerId="ADAL" clId="{81252183-A79E-4372-A9DF-1FDE719404D0}" dt="2025-12-18T00:51:44.631" v="694" actId="1036"/>
            <ac:spMkLst>
              <pc:docMk/>
              <pc:sldMasterMk cId="3987042931" sldId="2147483648"/>
              <pc:sldLayoutMk cId="2382891725" sldId="2147483649"/>
              <ac:spMk id="38" creationId="{53303643-4F21-77CA-EEE7-7EE8664AD95D}"/>
            </ac:spMkLst>
          </pc:spChg>
          <pc:spChg chg="add mod">
            <ac:chgData name="Madison Spadafino" userId="e1932f06-d899-49d4-aa58-958d000ddd9a" providerId="ADAL" clId="{81252183-A79E-4372-A9DF-1FDE719404D0}" dt="2025-12-18T00:51:56.832" v="695" actId="207"/>
            <ac:spMkLst>
              <pc:docMk/>
              <pc:sldMasterMk cId="3987042931" sldId="2147483648"/>
              <pc:sldLayoutMk cId="2382891725" sldId="2147483649"/>
              <ac:spMk id="43" creationId="{9AE3F2DB-1523-6D7F-6BF1-F5905E709606}"/>
            </ac:spMkLst>
          </pc:spChg>
          <pc:spChg chg="add del mod">
            <ac:chgData name="Madison Spadafino" userId="e1932f06-d899-49d4-aa58-958d000ddd9a" providerId="ADAL" clId="{81252183-A79E-4372-A9DF-1FDE719404D0}" dt="2025-12-18T00:53:06.138" v="703" actId="478"/>
            <ac:spMkLst>
              <pc:docMk/>
              <pc:sldMasterMk cId="3987042931" sldId="2147483648"/>
              <pc:sldLayoutMk cId="2382891725" sldId="2147483649"/>
              <ac:spMk id="44" creationId="{1B754DBD-B6B1-EDB6-06FE-6C96BFE3ECEE}"/>
            </ac:spMkLst>
          </pc:spChg>
          <pc:spChg chg="add mod">
            <ac:chgData name="Madison Spadafino" userId="e1932f06-d899-49d4-aa58-958d000ddd9a" providerId="ADAL" clId="{81252183-A79E-4372-A9DF-1FDE719404D0}" dt="2025-12-18T00:54:21.816" v="755" actId="1036"/>
            <ac:spMkLst>
              <pc:docMk/>
              <pc:sldMasterMk cId="3987042931" sldId="2147483648"/>
              <pc:sldLayoutMk cId="2382891725" sldId="2147483649"/>
              <ac:spMk id="45" creationId="{738D5784-94C3-92A5-8E13-6CA0CDEA0E1A}"/>
            </ac:spMkLst>
          </pc:spChg>
          <pc:spChg chg="add mod">
            <ac:chgData name="Madison Spadafino" userId="e1932f06-d899-49d4-aa58-958d000ddd9a" providerId="ADAL" clId="{81252183-A79E-4372-A9DF-1FDE719404D0}" dt="2025-12-18T00:53:21.103" v="707" actId="571"/>
            <ac:spMkLst>
              <pc:docMk/>
              <pc:sldMasterMk cId="3987042931" sldId="2147483648"/>
              <pc:sldLayoutMk cId="2382891725" sldId="2147483649"/>
              <ac:spMk id="46" creationId="{55244E5F-1DA5-D6FB-76AA-994336F619C5}"/>
            </ac:spMkLst>
          </pc:spChg>
          <pc:spChg chg="add mod">
            <ac:chgData name="Madison Spadafino" userId="e1932f06-d899-49d4-aa58-958d000ddd9a" providerId="ADAL" clId="{81252183-A79E-4372-A9DF-1FDE719404D0}" dt="2025-12-18T00:53:21.103" v="707" actId="571"/>
            <ac:spMkLst>
              <pc:docMk/>
              <pc:sldMasterMk cId="3987042931" sldId="2147483648"/>
              <pc:sldLayoutMk cId="2382891725" sldId="2147483649"/>
              <ac:spMk id="47" creationId="{07E406B7-502F-3030-AE9A-FB5FA63F125E}"/>
            </ac:spMkLst>
          </pc:spChg>
          <pc:spChg chg="add mod">
            <ac:chgData name="Madison Spadafino" userId="e1932f06-d899-49d4-aa58-958d000ddd9a" providerId="ADAL" clId="{81252183-A79E-4372-A9DF-1FDE719404D0}" dt="2025-12-18T00:53:21.103" v="707" actId="571"/>
            <ac:spMkLst>
              <pc:docMk/>
              <pc:sldMasterMk cId="3987042931" sldId="2147483648"/>
              <pc:sldLayoutMk cId="2382891725" sldId="2147483649"/>
              <ac:spMk id="48" creationId="{E9AC049D-9964-51BD-AA2A-53D53905E20B}"/>
            </ac:spMkLst>
          </pc:spChg>
          <pc:spChg chg="add mod">
            <ac:chgData name="Madison Spadafino" userId="e1932f06-d899-49d4-aa58-958d000ddd9a" providerId="ADAL" clId="{81252183-A79E-4372-A9DF-1FDE719404D0}" dt="2025-12-18T00:56:36.383" v="998" actId="1036"/>
            <ac:spMkLst>
              <pc:docMk/>
              <pc:sldMasterMk cId="3987042931" sldId="2147483648"/>
              <pc:sldLayoutMk cId="2382891725" sldId="2147483649"/>
              <ac:spMk id="49" creationId="{122C618B-F3A1-89AE-A841-87FE5052A51C}"/>
            </ac:spMkLst>
          </pc:spChg>
          <pc:spChg chg="add del mod">
            <ac:chgData name="Madison Spadafino" userId="e1932f06-d899-49d4-aa58-958d000ddd9a" providerId="ADAL" clId="{81252183-A79E-4372-A9DF-1FDE719404D0}" dt="2025-12-18T01:04:39.458" v="1062" actId="478"/>
            <ac:spMkLst>
              <pc:docMk/>
              <pc:sldMasterMk cId="3987042931" sldId="2147483648"/>
              <pc:sldLayoutMk cId="2382891725" sldId="2147483649"/>
              <ac:spMk id="50" creationId="{1838E766-0F25-0E37-01CA-E37B032BFD13}"/>
            </ac:spMkLst>
          </pc:spChg>
          <pc:spChg chg="add del">
            <ac:chgData name="Madison Spadafino" userId="e1932f06-d899-49d4-aa58-958d000ddd9a" providerId="ADAL" clId="{81252183-A79E-4372-A9DF-1FDE719404D0}" dt="2025-12-18T01:04:34.312" v="1060" actId="11529"/>
            <ac:spMkLst>
              <pc:docMk/>
              <pc:sldMasterMk cId="3987042931" sldId="2147483648"/>
              <pc:sldLayoutMk cId="2382891725" sldId="2147483649"/>
              <ac:spMk id="51" creationId="{0476BAE8-1532-223C-852B-99C3BE2F9E34}"/>
            </ac:spMkLst>
          </pc:spChg>
          <pc:spChg chg="add del mod">
            <ac:chgData name="Madison Spadafino" userId="e1932f06-d899-49d4-aa58-958d000ddd9a" providerId="ADAL" clId="{81252183-A79E-4372-A9DF-1FDE719404D0}" dt="2025-12-18T01:05:34.111" v="1066" actId="478"/>
            <ac:spMkLst>
              <pc:docMk/>
              <pc:sldMasterMk cId="3987042931" sldId="2147483648"/>
              <pc:sldLayoutMk cId="2382891725" sldId="2147483649"/>
              <ac:spMk id="52" creationId="{3CFA6918-D09A-F42C-77AE-10B73A6D115B}"/>
            </ac:spMkLst>
          </pc:spChg>
          <pc:picChg chg="mod ord">
            <ac:chgData name="Madison Spadafino" userId="e1932f06-d899-49d4-aa58-958d000ddd9a" providerId="ADAL" clId="{81252183-A79E-4372-A9DF-1FDE719404D0}" dt="2025-12-18T00:41:16.619" v="550" actId="34135"/>
            <ac:picMkLst>
              <pc:docMk/>
              <pc:sldMasterMk cId="3987042931" sldId="2147483648"/>
              <pc:sldLayoutMk cId="2382891725" sldId="2147483649"/>
              <ac:picMk id="10" creationId="{A2C03EBE-3A44-2783-CCD5-6471620EF377}"/>
            </ac:picMkLst>
          </pc:picChg>
          <pc:picChg chg="add mod ord">
            <ac:chgData name="Madison Spadafino" userId="e1932f06-d899-49d4-aa58-958d000ddd9a" providerId="ADAL" clId="{81252183-A79E-4372-A9DF-1FDE719404D0}" dt="2025-12-18T00:48:13.527" v="611" actId="167"/>
            <ac:picMkLst>
              <pc:docMk/>
              <pc:sldMasterMk cId="3987042931" sldId="2147483648"/>
              <pc:sldLayoutMk cId="2382891725" sldId="2147483649"/>
              <ac:picMk id="37" creationId="{40247862-7A08-7718-560F-D3E1AD67C2CD}"/>
            </ac:picMkLst>
          </pc:picChg>
          <pc:cxnChg chg="add mod">
            <ac:chgData name="Madison Spadafino" userId="e1932f06-d899-49d4-aa58-958d000ddd9a" providerId="ADAL" clId="{81252183-A79E-4372-A9DF-1FDE719404D0}" dt="2025-12-18T00:34:54.524" v="162" actId="1037"/>
            <ac:cxnSpMkLst>
              <pc:docMk/>
              <pc:sldMasterMk cId="3987042931" sldId="2147483648"/>
              <pc:sldLayoutMk cId="2382891725" sldId="2147483649"/>
              <ac:cxnSpMk id="16" creationId="{3CE0CB4A-B772-1C9B-34DE-40E75D2EB2F2}"/>
            </ac:cxnSpMkLst>
          </pc:cxnChg>
          <pc:cxnChg chg="add mod">
            <ac:chgData name="Madison Spadafino" userId="e1932f06-d899-49d4-aa58-958d000ddd9a" providerId="ADAL" clId="{81252183-A79E-4372-A9DF-1FDE719404D0}" dt="2025-12-18T00:36:38.795" v="203"/>
            <ac:cxnSpMkLst>
              <pc:docMk/>
              <pc:sldMasterMk cId="3987042931" sldId="2147483648"/>
              <pc:sldLayoutMk cId="2382891725" sldId="2147483649"/>
              <ac:cxnSpMk id="20" creationId="{80DC230C-BBD9-F1BF-C57C-8EB43B4A4623}"/>
            </ac:cxnSpMkLst>
          </pc:cxnChg>
          <pc:cxnChg chg="add del mod">
            <ac:chgData name="Madison Spadafino" userId="e1932f06-d899-49d4-aa58-958d000ddd9a" providerId="ADAL" clId="{81252183-A79E-4372-A9DF-1FDE719404D0}" dt="2025-12-18T00:38:02.121" v="240" actId="478"/>
            <ac:cxnSpMkLst>
              <pc:docMk/>
              <pc:sldMasterMk cId="3987042931" sldId="2147483648"/>
              <pc:sldLayoutMk cId="2382891725" sldId="2147483649"/>
              <ac:cxnSpMk id="25" creationId="{F42978C6-B840-A916-B5EF-513DC1E1CA8B}"/>
            </ac:cxnSpMkLst>
          </pc:cxnChg>
          <pc:cxnChg chg="add mod">
            <ac:chgData name="Madison Spadafino" userId="e1932f06-d899-49d4-aa58-958d000ddd9a" providerId="ADAL" clId="{81252183-A79E-4372-A9DF-1FDE719404D0}" dt="2025-12-18T00:39:06.296" v="393" actId="1035"/>
            <ac:cxnSpMkLst>
              <pc:docMk/>
              <pc:sldMasterMk cId="3987042931" sldId="2147483648"/>
              <pc:sldLayoutMk cId="2382891725" sldId="2147483649"/>
              <ac:cxnSpMk id="28" creationId="{5940A752-0AAF-CC8C-CDAE-0E91066F9BAE}"/>
            </ac:cxnSpMkLst>
          </pc:cxnChg>
          <pc:cxnChg chg="add del mod">
            <ac:chgData name="Madison Spadafino" userId="e1932f06-d899-49d4-aa58-958d000ddd9a" providerId="ADAL" clId="{81252183-A79E-4372-A9DF-1FDE719404D0}" dt="2025-12-18T00:40:11.297" v="402" actId="478"/>
            <ac:cxnSpMkLst>
              <pc:docMk/>
              <pc:sldMasterMk cId="3987042931" sldId="2147483648"/>
              <pc:sldLayoutMk cId="2382891725" sldId="2147483649"/>
              <ac:cxnSpMk id="33" creationId="{7FF73033-713A-E45A-EE10-05A09AEA2F6C}"/>
            </ac:cxnSpMkLst>
          </pc:cxnChg>
          <pc:cxnChg chg="add mod">
            <ac:chgData name="Madison Spadafino" userId="e1932f06-d899-49d4-aa58-958d000ddd9a" providerId="ADAL" clId="{81252183-A79E-4372-A9DF-1FDE719404D0}" dt="2025-12-18T00:49:44.850" v="657" actId="1037"/>
            <ac:cxnSpMkLst>
              <pc:docMk/>
              <pc:sldMasterMk cId="3987042931" sldId="2147483648"/>
              <pc:sldLayoutMk cId="2382891725" sldId="2147483649"/>
              <ac:cxnSpMk id="34" creationId="{54E91167-707B-D3D0-3328-A8F12CBCD8E6}"/>
            </ac:cxnSpMkLst>
          </pc:cxnChg>
          <pc:cxnChg chg="add mod">
            <ac:chgData name="Madison Spadafino" userId="e1932f06-d899-49d4-aa58-958d000ddd9a" providerId="ADAL" clId="{81252183-A79E-4372-A9DF-1FDE719404D0}" dt="2025-12-18T00:51:44.631" v="694" actId="1036"/>
            <ac:cxnSpMkLst>
              <pc:docMk/>
              <pc:sldMasterMk cId="3987042931" sldId="2147483648"/>
              <pc:sldLayoutMk cId="2382891725" sldId="2147483649"/>
              <ac:cxnSpMk id="39" creationId="{BF38529F-F694-532C-D00C-C9F381B496BB}"/>
            </ac:cxnSpMkLst>
          </pc:cxnChg>
        </pc:sldLayoutChg>
        <pc:sldLayoutChg chg="addSp delSp modSp add mod modTransition">
          <pc:chgData name="Madison Spadafino" userId="e1932f06-d899-49d4-aa58-958d000ddd9a" providerId="ADAL" clId="{81252183-A79E-4372-A9DF-1FDE719404D0}" dt="2025-12-18T01:01:50.128" v="1040" actId="478"/>
          <pc:sldLayoutMkLst>
            <pc:docMk/>
            <pc:sldMasterMk cId="3987042931" sldId="2147483648"/>
            <pc:sldLayoutMk cId="2158183390" sldId="2147483650"/>
          </pc:sldLayoutMkLst>
          <pc:spChg chg="del mod">
            <ac:chgData name="Madison Spadafino" userId="e1932f06-d899-49d4-aa58-958d000ddd9a" providerId="ADAL" clId="{81252183-A79E-4372-A9DF-1FDE719404D0}" dt="2025-12-18T00:55:49.282" v="818" actId="478"/>
            <ac:spMkLst>
              <pc:docMk/>
              <pc:sldMasterMk cId="3987042931" sldId="2147483648"/>
              <pc:sldLayoutMk cId="2158183390" sldId="2147483650"/>
              <ac:spMk id="3" creationId="{8E988DA2-9368-56D5-2870-69BA74B510F1}"/>
            </ac:spMkLst>
          </pc:spChg>
          <pc:spChg chg="add mod">
            <ac:chgData name="Madison Spadafino" userId="e1932f06-d899-49d4-aa58-958d000ddd9a" providerId="ADAL" clId="{81252183-A79E-4372-A9DF-1FDE719404D0}" dt="2025-12-18T00:56:07.113" v="902" actId="1037"/>
            <ac:spMkLst>
              <pc:docMk/>
              <pc:sldMasterMk cId="3987042931" sldId="2147483648"/>
              <pc:sldLayoutMk cId="2158183390" sldId="2147483650"/>
              <ac:spMk id="4" creationId="{2F9A7851-F56C-D29E-6CD3-10C203BC85F2}"/>
            </ac:spMkLst>
          </pc:spChg>
          <pc:spChg chg="add del mod">
            <ac:chgData name="Madison Spadafino" userId="e1932f06-d899-49d4-aa58-958d000ddd9a" providerId="ADAL" clId="{81252183-A79E-4372-A9DF-1FDE719404D0}" dt="2025-12-18T01:01:50.128" v="1040" actId="478"/>
            <ac:spMkLst>
              <pc:docMk/>
              <pc:sldMasterMk cId="3987042931" sldId="2147483648"/>
              <pc:sldLayoutMk cId="2158183390" sldId="2147483650"/>
              <ac:spMk id="5" creationId="{72F80521-048D-1F55-42DD-BC0233FDCB8A}"/>
            </ac:spMkLst>
          </pc:spChg>
          <pc:spChg chg="mod">
            <ac:chgData name="Madison Spadafino" userId="e1932f06-d899-49d4-aa58-958d000ddd9a" providerId="ADAL" clId="{81252183-A79E-4372-A9DF-1FDE719404D0}" dt="2025-12-18T01:01:28.562" v="1038" actId="207"/>
            <ac:spMkLst>
              <pc:docMk/>
              <pc:sldMasterMk cId="3987042931" sldId="2147483648"/>
              <pc:sldLayoutMk cId="2158183390" sldId="2147483650"/>
              <ac:spMk id="14" creationId="{F14658A6-5CD3-3F66-A5C0-BCBEFE600A46}"/>
            </ac:spMkLst>
          </pc:spChg>
          <pc:spChg chg="mod">
            <ac:chgData name="Madison Spadafino" userId="e1932f06-d899-49d4-aa58-958d000ddd9a" providerId="ADAL" clId="{81252183-A79E-4372-A9DF-1FDE719404D0}" dt="2025-12-18T00:55:17.475" v="788" actId="14100"/>
            <ac:spMkLst>
              <pc:docMk/>
              <pc:sldMasterMk cId="3987042931" sldId="2147483648"/>
              <pc:sldLayoutMk cId="2158183390" sldId="2147483650"/>
              <ac:spMk id="17" creationId="{B7B62CE8-2292-46EB-7600-460FB4B5BB9F}"/>
            </ac:spMkLst>
          </pc:spChg>
          <pc:spChg chg="mod">
            <ac:chgData name="Madison Spadafino" userId="e1932f06-d899-49d4-aa58-958d000ddd9a" providerId="ADAL" clId="{81252183-A79E-4372-A9DF-1FDE719404D0}" dt="2025-12-18T01:01:28.562" v="1038" actId="207"/>
            <ac:spMkLst>
              <pc:docMk/>
              <pc:sldMasterMk cId="3987042931" sldId="2147483648"/>
              <pc:sldLayoutMk cId="2158183390" sldId="2147483650"/>
              <ac:spMk id="22" creationId="{865F63B6-5A1E-E7C5-E00A-73F6586D9900}"/>
            </ac:spMkLst>
          </pc:spChg>
          <pc:spChg chg="mod">
            <ac:chgData name="Madison Spadafino" userId="e1932f06-d899-49d4-aa58-958d000ddd9a" providerId="ADAL" clId="{81252183-A79E-4372-A9DF-1FDE719404D0}" dt="2025-12-18T00:55:24.401" v="795" actId="20577"/>
            <ac:spMkLst>
              <pc:docMk/>
              <pc:sldMasterMk cId="3987042931" sldId="2147483648"/>
              <pc:sldLayoutMk cId="2158183390" sldId="2147483650"/>
              <ac:spMk id="24" creationId="{B5644E98-CE51-84F0-279E-F09D19F45FBE}"/>
            </ac:spMkLst>
          </pc:spChg>
          <pc:spChg chg="mod">
            <ac:chgData name="Madison Spadafino" userId="e1932f06-d899-49d4-aa58-958d000ddd9a" providerId="ADAL" clId="{81252183-A79E-4372-A9DF-1FDE719404D0}" dt="2025-12-18T01:01:28.562" v="1038" actId="207"/>
            <ac:spMkLst>
              <pc:docMk/>
              <pc:sldMasterMk cId="3987042931" sldId="2147483648"/>
              <pc:sldLayoutMk cId="2158183390" sldId="2147483650"/>
              <ac:spMk id="29" creationId="{4B0DB986-1222-01B4-90F0-46744A380A74}"/>
            </ac:spMkLst>
          </pc:spChg>
          <pc:spChg chg="mod">
            <ac:chgData name="Madison Spadafino" userId="e1932f06-d899-49d4-aa58-958d000ddd9a" providerId="ADAL" clId="{81252183-A79E-4372-A9DF-1FDE719404D0}" dt="2025-12-18T00:55:29.578" v="803" actId="20577"/>
            <ac:spMkLst>
              <pc:docMk/>
              <pc:sldMasterMk cId="3987042931" sldId="2147483648"/>
              <pc:sldLayoutMk cId="2158183390" sldId="2147483650"/>
              <ac:spMk id="31" creationId="{64A82724-9AB5-25D3-355E-71A3D09F46DD}"/>
            </ac:spMkLst>
          </pc:spChg>
          <pc:cxnChg chg="mod">
            <ac:chgData name="Madison Spadafino" userId="e1932f06-d899-49d4-aa58-958d000ddd9a" providerId="ADAL" clId="{81252183-A79E-4372-A9DF-1FDE719404D0}" dt="2025-12-18T00:55:13.280" v="787" actId="1035"/>
            <ac:cxnSpMkLst>
              <pc:docMk/>
              <pc:sldMasterMk cId="3987042931" sldId="2147483648"/>
              <pc:sldLayoutMk cId="2158183390" sldId="2147483650"/>
              <ac:cxnSpMk id="16" creationId="{3CE0CB4A-B772-1C9B-34DE-40E75D2EB2F2}"/>
            </ac:cxnSpMkLst>
          </pc:cxnChg>
        </pc:sldLayoutChg>
        <pc:sldLayoutChg chg="addSp delSp modSp add mod modTransition">
          <pc:chgData name="Madison Spadafino" userId="e1932f06-d899-49d4-aa58-958d000ddd9a" providerId="ADAL" clId="{81252183-A79E-4372-A9DF-1FDE719404D0}" dt="2025-12-18T01:25:28.547" v="1629" actId="14861"/>
          <pc:sldLayoutMkLst>
            <pc:docMk/>
            <pc:sldMasterMk cId="3987042931" sldId="2147483648"/>
            <pc:sldLayoutMk cId="560083366" sldId="2147483651"/>
          </pc:sldLayoutMkLst>
          <pc:spChg chg="add del">
            <ac:chgData name="Madison Spadafino" userId="e1932f06-d899-49d4-aa58-958d000ddd9a" providerId="ADAL" clId="{81252183-A79E-4372-A9DF-1FDE719404D0}" dt="2025-12-18T01:09:27.599" v="1092" actId="478"/>
            <ac:spMkLst>
              <pc:docMk/>
              <pc:sldMasterMk cId="3987042931" sldId="2147483648"/>
              <pc:sldLayoutMk cId="560083366" sldId="2147483651"/>
              <ac:spMk id="4" creationId="{2F9A7851-F56C-D29E-6CD3-10C203BC85F2}"/>
            </ac:spMkLst>
          </pc:spChg>
          <pc:spChg chg="add mod">
            <ac:chgData name="Madison Spadafino" userId="e1932f06-d899-49d4-aa58-958d000ddd9a" providerId="ADAL" clId="{81252183-A79E-4372-A9DF-1FDE719404D0}" dt="2025-12-18T01:09:36.119" v="1093"/>
            <ac:spMkLst>
              <pc:docMk/>
              <pc:sldMasterMk cId="3987042931" sldId="2147483648"/>
              <pc:sldLayoutMk cId="560083366" sldId="2147483651"/>
              <ac:spMk id="5" creationId="{000E6C29-0763-0BA5-D868-BB9FFD9D7401}"/>
            </ac:spMkLst>
          </pc:spChg>
          <pc:spChg chg="add mod">
            <ac:chgData name="Madison Spadafino" userId="e1932f06-d899-49d4-aa58-958d000ddd9a" providerId="ADAL" clId="{81252183-A79E-4372-A9DF-1FDE719404D0}" dt="2025-12-18T01:09:36.119" v="1093"/>
            <ac:spMkLst>
              <pc:docMk/>
              <pc:sldMasterMk cId="3987042931" sldId="2147483648"/>
              <pc:sldLayoutMk cId="560083366" sldId="2147483651"/>
              <ac:spMk id="6" creationId="{59723A36-B9F0-15D4-0001-8F6630A49351}"/>
            </ac:spMkLst>
          </pc:spChg>
          <pc:spChg chg="add del mod">
            <ac:chgData name="Madison Spadafino" userId="e1932f06-d899-49d4-aa58-958d000ddd9a" providerId="ADAL" clId="{81252183-A79E-4372-A9DF-1FDE719404D0}" dt="2025-12-18T01:10:08.510" v="1100" actId="478"/>
            <ac:spMkLst>
              <pc:docMk/>
              <pc:sldMasterMk cId="3987042931" sldId="2147483648"/>
              <pc:sldLayoutMk cId="560083366" sldId="2147483651"/>
              <ac:spMk id="7" creationId="{6E57B976-8C13-3650-F571-1F8A50CC3F71}"/>
            </ac:spMkLst>
          </pc:spChg>
          <pc:spChg chg="add del mod">
            <ac:chgData name="Madison Spadafino" userId="e1932f06-d899-49d4-aa58-958d000ddd9a" providerId="ADAL" clId="{81252183-A79E-4372-A9DF-1FDE719404D0}" dt="2025-12-18T01:10:08.510" v="1100" actId="478"/>
            <ac:spMkLst>
              <pc:docMk/>
              <pc:sldMasterMk cId="3987042931" sldId="2147483648"/>
              <pc:sldLayoutMk cId="560083366" sldId="2147483651"/>
              <ac:spMk id="8" creationId="{8C4862F7-AA8B-96D9-DFA4-67A4BAF62CB3}"/>
            </ac:spMkLst>
          </pc:spChg>
          <pc:spChg chg="add del mod">
            <ac:chgData name="Madison Spadafino" userId="e1932f06-d899-49d4-aa58-958d000ddd9a" providerId="ADAL" clId="{81252183-A79E-4372-A9DF-1FDE719404D0}" dt="2025-12-18T01:10:08.510" v="1100" actId="478"/>
            <ac:spMkLst>
              <pc:docMk/>
              <pc:sldMasterMk cId="3987042931" sldId="2147483648"/>
              <pc:sldLayoutMk cId="560083366" sldId="2147483651"/>
              <ac:spMk id="9" creationId="{8027D7B5-0169-CC6E-55AB-EB5A3766B343}"/>
            </ac:spMkLst>
          </pc:spChg>
          <pc:spChg chg="add mod">
            <ac:chgData name="Madison Spadafino" userId="e1932f06-d899-49d4-aa58-958d000ddd9a" providerId="ADAL" clId="{81252183-A79E-4372-A9DF-1FDE719404D0}" dt="2025-12-18T01:10:31.391" v="1104" actId="14100"/>
            <ac:spMkLst>
              <pc:docMk/>
              <pc:sldMasterMk cId="3987042931" sldId="2147483648"/>
              <pc:sldLayoutMk cId="560083366" sldId="2147483651"/>
              <ac:spMk id="12" creationId="{2D1A3F29-F223-DE89-A588-326E9379BB74}"/>
            </ac:spMkLst>
          </pc:spChg>
          <pc:spChg chg="add del mod">
            <ac:chgData name="Madison Spadafino" userId="e1932f06-d899-49d4-aa58-958d000ddd9a" providerId="ADAL" clId="{81252183-A79E-4372-A9DF-1FDE719404D0}" dt="2025-12-18T01:24:44.184" v="1625" actId="14861"/>
            <ac:spMkLst>
              <pc:docMk/>
              <pc:sldMasterMk cId="3987042931" sldId="2147483648"/>
              <pc:sldLayoutMk cId="560083366" sldId="2147483651"/>
              <ac:spMk id="13" creationId="{7965AE0A-33ED-5FA1-D4C6-F5DEB8DC5C5E}"/>
            </ac:spMkLst>
          </pc:spChg>
          <pc:spChg chg="mod">
            <ac:chgData name="Madison Spadafino" userId="e1932f06-d899-49d4-aa58-958d000ddd9a" providerId="ADAL" clId="{81252183-A79E-4372-A9DF-1FDE719404D0}" dt="2025-12-18T01:09:12.259" v="1089" actId="14100"/>
            <ac:spMkLst>
              <pc:docMk/>
              <pc:sldMasterMk cId="3987042931" sldId="2147483648"/>
              <pc:sldLayoutMk cId="560083366" sldId="2147483651"/>
              <ac:spMk id="14" creationId="{F14658A6-5CD3-3F66-A5C0-BCBEFE600A46}"/>
            </ac:spMkLst>
          </pc:spChg>
          <pc:spChg chg="add mod">
            <ac:chgData name="Madison Spadafino" userId="e1932f06-d899-49d4-aa58-958d000ddd9a" providerId="ADAL" clId="{81252183-A79E-4372-A9DF-1FDE719404D0}" dt="2025-12-18T01:25:17.933" v="1627" actId="14861"/>
            <ac:spMkLst>
              <pc:docMk/>
              <pc:sldMasterMk cId="3987042931" sldId="2147483648"/>
              <pc:sldLayoutMk cId="560083366" sldId="2147483651"/>
              <ac:spMk id="15" creationId="{5CC06BC4-D349-82FA-4F65-DB1953673ED7}"/>
            </ac:spMkLst>
          </pc:spChg>
          <pc:spChg chg="add del">
            <ac:chgData name="Madison Spadafino" userId="e1932f06-d899-49d4-aa58-958d000ddd9a" providerId="ADAL" clId="{81252183-A79E-4372-A9DF-1FDE719404D0}" dt="2025-12-18T01:09:27.599" v="1092" actId="478"/>
            <ac:spMkLst>
              <pc:docMk/>
              <pc:sldMasterMk cId="3987042931" sldId="2147483648"/>
              <pc:sldLayoutMk cId="560083366" sldId="2147483651"/>
              <ac:spMk id="17" creationId="{B7B62CE8-2292-46EB-7600-460FB4B5BB9F}"/>
            </ac:spMkLst>
          </pc:spChg>
          <pc:spChg chg="add mod">
            <ac:chgData name="Madison Spadafino" userId="e1932f06-d899-49d4-aa58-958d000ddd9a" providerId="ADAL" clId="{81252183-A79E-4372-A9DF-1FDE719404D0}" dt="2025-12-18T01:11:51.130" v="1155" actId="20577"/>
            <ac:spMkLst>
              <pc:docMk/>
              <pc:sldMasterMk cId="3987042931" sldId="2147483648"/>
              <pc:sldLayoutMk cId="560083366" sldId="2147483651"/>
              <ac:spMk id="18" creationId="{A8F325D9-7B03-360A-A62A-874A95423B9A}"/>
            </ac:spMkLst>
          </pc:spChg>
          <pc:spChg chg="add mod">
            <ac:chgData name="Madison Spadafino" userId="e1932f06-d899-49d4-aa58-958d000ddd9a" providerId="ADAL" clId="{81252183-A79E-4372-A9DF-1FDE719404D0}" dt="2025-12-18T01:10:44.761" v="1107" actId="14100"/>
            <ac:spMkLst>
              <pc:docMk/>
              <pc:sldMasterMk cId="3987042931" sldId="2147483648"/>
              <pc:sldLayoutMk cId="560083366" sldId="2147483651"/>
              <ac:spMk id="19" creationId="{2AC227E8-EB49-1B9B-ECF4-5D4CCB345A7A}"/>
            </ac:spMkLst>
          </pc:spChg>
          <pc:spChg chg="add mod">
            <ac:chgData name="Madison Spadafino" userId="e1932f06-d899-49d4-aa58-958d000ddd9a" providerId="ADAL" clId="{81252183-A79E-4372-A9DF-1FDE719404D0}" dt="2025-12-18T01:11:33.427" v="1132" actId="14100"/>
            <ac:spMkLst>
              <pc:docMk/>
              <pc:sldMasterMk cId="3987042931" sldId="2147483648"/>
              <pc:sldLayoutMk cId="560083366" sldId="2147483651"/>
              <ac:spMk id="21" creationId="{310FF655-4855-0878-3AE3-6D7FFBA085CE}"/>
            </ac:spMkLst>
          </pc:spChg>
          <pc:spChg chg="mod">
            <ac:chgData name="Madison Spadafino" userId="e1932f06-d899-49d4-aa58-958d000ddd9a" providerId="ADAL" clId="{81252183-A79E-4372-A9DF-1FDE719404D0}" dt="2025-12-18T01:10:36.995" v="1105" actId="14100"/>
            <ac:spMkLst>
              <pc:docMk/>
              <pc:sldMasterMk cId="3987042931" sldId="2147483648"/>
              <pc:sldLayoutMk cId="560083366" sldId="2147483651"/>
              <ac:spMk id="22" creationId="{865F63B6-5A1E-E7C5-E00A-73F6586D9900}"/>
            </ac:spMkLst>
          </pc:spChg>
          <pc:spChg chg="mod">
            <ac:chgData name="Madison Spadafino" userId="e1932f06-d899-49d4-aa58-958d000ddd9a" providerId="ADAL" clId="{81252183-A79E-4372-A9DF-1FDE719404D0}" dt="2025-12-18T01:25:13.266" v="1626" actId="14861"/>
            <ac:spMkLst>
              <pc:docMk/>
              <pc:sldMasterMk cId="3987042931" sldId="2147483648"/>
              <pc:sldLayoutMk cId="560083366" sldId="2147483651"/>
              <ac:spMk id="23" creationId="{6A9D4DE5-06CD-877D-FD5F-834364F96D07}"/>
            </ac:spMkLst>
          </pc:spChg>
          <pc:spChg chg="mod">
            <ac:chgData name="Madison Spadafino" userId="e1932f06-d899-49d4-aa58-958d000ddd9a" providerId="ADAL" clId="{81252183-A79E-4372-A9DF-1FDE719404D0}" dt="2025-12-18T01:11:46.717" v="1148" actId="20577"/>
            <ac:spMkLst>
              <pc:docMk/>
              <pc:sldMasterMk cId="3987042931" sldId="2147483648"/>
              <pc:sldLayoutMk cId="560083366" sldId="2147483651"/>
              <ac:spMk id="24" creationId="{B5644E98-CE51-84F0-279E-F09D19F45FBE}"/>
            </ac:spMkLst>
          </pc:spChg>
          <pc:spChg chg="add mod">
            <ac:chgData name="Madison Spadafino" userId="e1932f06-d899-49d4-aa58-958d000ddd9a" providerId="ADAL" clId="{81252183-A79E-4372-A9DF-1FDE719404D0}" dt="2025-12-18T01:25:23.578" v="1628" actId="14861"/>
            <ac:spMkLst>
              <pc:docMk/>
              <pc:sldMasterMk cId="3987042931" sldId="2147483648"/>
              <pc:sldLayoutMk cId="560083366" sldId="2147483651"/>
              <ac:spMk id="25" creationId="{E405F2B9-1631-DF28-609E-8D81D01EAC0C}"/>
            </ac:spMkLst>
          </pc:spChg>
          <pc:spChg chg="mod">
            <ac:chgData name="Madison Spadafino" userId="e1932f06-d899-49d4-aa58-958d000ddd9a" providerId="ADAL" clId="{81252183-A79E-4372-A9DF-1FDE719404D0}" dt="2025-12-18T01:10:40.904" v="1106" actId="14100"/>
            <ac:spMkLst>
              <pc:docMk/>
              <pc:sldMasterMk cId="3987042931" sldId="2147483648"/>
              <pc:sldLayoutMk cId="560083366" sldId="2147483651"/>
              <ac:spMk id="26" creationId="{CF05DF04-2203-9492-158A-BFC100C19F6A}"/>
            </ac:spMkLst>
          </pc:spChg>
          <pc:spChg chg="add mod">
            <ac:chgData name="Madison Spadafino" userId="e1932f06-d899-49d4-aa58-958d000ddd9a" providerId="ADAL" clId="{81252183-A79E-4372-A9DF-1FDE719404D0}" dt="2025-12-18T01:12:02.769" v="1186" actId="20577"/>
            <ac:spMkLst>
              <pc:docMk/>
              <pc:sldMasterMk cId="3987042931" sldId="2147483648"/>
              <pc:sldLayoutMk cId="560083366" sldId="2147483651"/>
              <ac:spMk id="27" creationId="{2EC9A63B-9987-59BF-C470-EF4E3E245A7F}"/>
            </ac:spMkLst>
          </pc:spChg>
          <pc:spChg chg="mod">
            <ac:chgData name="Madison Spadafino" userId="e1932f06-d899-49d4-aa58-958d000ddd9a" providerId="ADAL" clId="{81252183-A79E-4372-A9DF-1FDE719404D0}" dt="2025-12-18T01:10:56.420" v="1110" actId="14100"/>
            <ac:spMkLst>
              <pc:docMk/>
              <pc:sldMasterMk cId="3987042931" sldId="2147483648"/>
              <pc:sldLayoutMk cId="560083366" sldId="2147483651"/>
              <ac:spMk id="29" creationId="{4B0DB986-1222-01B4-90F0-46744A380A74}"/>
            </ac:spMkLst>
          </pc:spChg>
          <pc:spChg chg="mod">
            <ac:chgData name="Madison Spadafino" userId="e1932f06-d899-49d4-aa58-958d000ddd9a" providerId="ADAL" clId="{81252183-A79E-4372-A9DF-1FDE719404D0}" dt="2025-12-18T01:25:28.547" v="1629" actId="14861"/>
            <ac:spMkLst>
              <pc:docMk/>
              <pc:sldMasterMk cId="3987042931" sldId="2147483648"/>
              <pc:sldLayoutMk cId="560083366" sldId="2147483651"/>
              <ac:spMk id="30" creationId="{0A340BF2-1AD3-F219-449C-711659E9AAEA}"/>
            </ac:spMkLst>
          </pc:spChg>
          <pc:spChg chg="mod">
            <ac:chgData name="Madison Spadafino" userId="e1932f06-d899-49d4-aa58-958d000ddd9a" providerId="ADAL" clId="{81252183-A79E-4372-A9DF-1FDE719404D0}" dt="2025-12-18T01:11:57.592" v="1178" actId="20577"/>
            <ac:spMkLst>
              <pc:docMk/>
              <pc:sldMasterMk cId="3987042931" sldId="2147483648"/>
              <pc:sldLayoutMk cId="560083366" sldId="2147483651"/>
              <ac:spMk id="31" creationId="{64A82724-9AB5-25D3-355E-71A3D09F46DD}"/>
            </ac:spMkLst>
          </pc:spChg>
          <pc:spChg chg="mod">
            <ac:chgData name="Madison Spadafino" userId="e1932f06-d899-49d4-aa58-958d000ddd9a" providerId="ADAL" clId="{81252183-A79E-4372-A9DF-1FDE719404D0}" dt="2025-12-18T01:12:22.262" v="1188" actId="14100"/>
            <ac:spMkLst>
              <pc:docMk/>
              <pc:sldMasterMk cId="3987042931" sldId="2147483648"/>
              <pc:sldLayoutMk cId="560083366" sldId="2147483651"/>
              <ac:spMk id="32" creationId="{432F8511-71A3-B3E8-CC1C-936F31FEA000}"/>
            </ac:spMkLst>
          </pc:spChg>
          <pc:spChg chg="add mod">
            <ac:chgData name="Madison Spadafino" userId="e1932f06-d899-49d4-aa58-958d000ddd9a" providerId="ADAL" clId="{81252183-A79E-4372-A9DF-1FDE719404D0}" dt="2025-12-18T01:12:19.361" v="1187" actId="14100"/>
            <ac:spMkLst>
              <pc:docMk/>
              <pc:sldMasterMk cId="3987042931" sldId="2147483648"/>
              <pc:sldLayoutMk cId="560083366" sldId="2147483651"/>
              <ac:spMk id="33" creationId="{D5DC16BC-B521-FDFA-B5E2-C73490A9352F}"/>
            </ac:spMkLst>
          </pc:spChg>
          <pc:cxnChg chg="add mod">
            <ac:chgData name="Madison Spadafino" userId="e1932f06-d899-49d4-aa58-958d000ddd9a" providerId="ADAL" clId="{81252183-A79E-4372-A9DF-1FDE719404D0}" dt="2025-12-18T01:09:36.119" v="1093"/>
            <ac:cxnSpMkLst>
              <pc:docMk/>
              <pc:sldMasterMk cId="3987042931" sldId="2147483648"/>
              <pc:sldLayoutMk cId="560083366" sldId="2147483651"/>
              <ac:cxnSpMk id="3" creationId="{942726FC-504A-ABB7-8BA4-91DC34767F35}"/>
            </ac:cxnSpMkLst>
          </pc:cxnChg>
          <pc:cxnChg chg="add del mod">
            <ac:chgData name="Madison Spadafino" userId="e1932f06-d899-49d4-aa58-958d000ddd9a" providerId="ADAL" clId="{81252183-A79E-4372-A9DF-1FDE719404D0}" dt="2025-12-18T01:10:08.510" v="1100" actId="478"/>
            <ac:cxnSpMkLst>
              <pc:docMk/>
              <pc:sldMasterMk cId="3987042931" sldId="2147483648"/>
              <pc:sldLayoutMk cId="560083366" sldId="2147483651"/>
              <ac:cxnSpMk id="11" creationId="{8AEFCB4E-98C9-D07D-1A29-7037FE566119}"/>
            </ac:cxnSpMkLst>
          </pc:cxnChg>
          <pc:cxnChg chg="add del">
            <ac:chgData name="Madison Spadafino" userId="e1932f06-d899-49d4-aa58-958d000ddd9a" providerId="ADAL" clId="{81252183-A79E-4372-A9DF-1FDE719404D0}" dt="2025-12-18T01:09:27.599" v="1092" actId="478"/>
            <ac:cxnSpMkLst>
              <pc:docMk/>
              <pc:sldMasterMk cId="3987042931" sldId="2147483648"/>
              <pc:sldLayoutMk cId="560083366" sldId="2147483651"/>
              <ac:cxnSpMk id="16" creationId="{3CE0CB4A-B772-1C9B-34DE-40E75D2EB2F2}"/>
            </ac:cxnSpMkLst>
          </pc:cxnChg>
          <pc:cxnChg chg="add mod">
            <ac:chgData name="Madison Spadafino" userId="e1932f06-d899-49d4-aa58-958d000ddd9a" providerId="ADAL" clId="{81252183-A79E-4372-A9DF-1FDE719404D0}" dt="2025-12-18T01:10:22.342" v="1102" actId="1076"/>
            <ac:cxnSpMkLst>
              <pc:docMk/>
              <pc:sldMasterMk cId="3987042931" sldId="2147483648"/>
              <pc:sldLayoutMk cId="560083366" sldId="2147483651"/>
              <ac:cxnSpMk id="20" creationId="{E11B8248-269E-A2F9-C27F-A99E51EDE670}"/>
            </ac:cxnSpMkLst>
          </pc:cxnChg>
          <pc:cxnChg chg="add mod">
            <ac:chgData name="Madison Spadafino" userId="e1932f06-d899-49d4-aa58-958d000ddd9a" providerId="ADAL" clId="{81252183-A79E-4372-A9DF-1FDE719404D0}" dt="2025-12-18T01:11:33.427" v="1132" actId="14100"/>
            <ac:cxnSpMkLst>
              <pc:docMk/>
              <pc:sldMasterMk cId="3987042931" sldId="2147483648"/>
              <pc:sldLayoutMk cId="560083366" sldId="2147483651"/>
              <ac:cxnSpMk id="35" creationId="{D67884D1-B71A-C19D-7619-738CCB298FD8}"/>
            </ac:cxnSpMkLst>
          </pc:cxnChg>
        </pc:sldLayoutChg>
        <pc:sldLayoutChg chg="add mod modTransition">
          <pc:chgData name="Madison Spadafino" userId="e1932f06-d899-49d4-aa58-958d000ddd9a" providerId="ADAL" clId="{81252183-A79E-4372-A9DF-1FDE719404D0}" dt="2025-12-18T01:08:28.612" v="1085" actId="2890"/>
          <pc:sldLayoutMkLst>
            <pc:docMk/>
            <pc:sldMasterMk cId="3987042931" sldId="2147483648"/>
            <pc:sldLayoutMk cId="2101871901" sldId="2147483652"/>
          </pc:sldLayoutMkLst>
        </pc:sldLayoutChg>
        <pc:sldLayoutChg chg="addSp delSp modSp add mod ord modTransition">
          <pc:chgData name="Madison Spadafino" userId="e1932f06-d899-49d4-aa58-958d000ddd9a" providerId="ADAL" clId="{81252183-A79E-4372-A9DF-1FDE719404D0}" dt="2025-12-18T01:25:37.263" v="1630" actId="14861"/>
          <pc:sldLayoutMkLst>
            <pc:docMk/>
            <pc:sldMasterMk cId="3987042931" sldId="2147483648"/>
            <pc:sldLayoutMk cId="3916893804" sldId="2147483653"/>
          </pc:sldLayoutMkLst>
          <pc:spChg chg="add mod">
            <ac:chgData name="Madison Spadafino" userId="e1932f06-d899-49d4-aa58-958d000ddd9a" providerId="ADAL" clId="{81252183-A79E-4372-A9DF-1FDE719404D0}" dt="2025-12-18T01:18:48.021" v="1617" actId="20577"/>
            <ac:spMkLst>
              <pc:docMk/>
              <pc:sldMasterMk cId="3987042931" sldId="2147483648"/>
              <pc:sldLayoutMk cId="3916893804" sldId="2147483653"/>
              <ac:spMk id="3" creationId="{68F56EB3-2220-B275-AE1E-9522111FCE85}"/>
            </ac:spMkLst>
          </pc:spChg>
          <pc:spChg chg="mod">
            <ac:chgData name="Madison Spadafino" userId="e1932f06-d899-49d4-aa58-958d000ddd9a" providerId="ADAL" clId="{81252183-A79E-4372-A9DF-1FDE719404D0}" dt="2025-12-18T01:17:09.184" v="1424" actId="20577"/>
            <ac:spMkLst>
              <pc:docMk/>
              <pc:sldMasterMk cId="3987042931" sldId="2147483648"/>
              <pc:sldLayoutMk cId="3916893804" sldId="2147483653"/>
              <ac:spMk id="4" creationId="{2F9A7851-F56C-D29E-6CD3-10C203BC85F2}"/>
            </ac:spMkLst>
          </pc:spChg>
          <pc:spChg chg="mod">
            <ac:chgData name="Madison Spadafino" userId="e1932f06-d899-49d4-aa58-958d000ddd9a" providerId="ADAL" clId="{81252183-A79E-4372-A9DF-1FDE719404D0}" dt="2025-12-18T01:25:37.263" v="1630" actId="14861"/>
            <ac:spMkLst>
              <pc:docMk/>
              <pc:sldMasterMk cId="3987042931" sldId="2147483648"/>
              <pc:sldLayoutMk cId="3916893804" sldId="2147483653"/>
              <ac:spMk id="13" creationId="{7965AE0A-33ED-5FA1-D4C6-F5DEB8DC5C5E}"/>
            </ac:spMkLst>
          </pc:spChg>
          <pc:spChg chg="mod">
            <ac:chgData name="Madison Spadafino" userId="e1932f06-d899-49d4-aa58-958d000ddd9a" providerId="ADAL" clId="{81252183-A79E-4372-A9DF-1FDE719404D0}" dt="2025-12-18T01:13:44.221" v="1193" actId="14100"/>
            <ac:spMkLst>
              <pc:docMk/>
              <pc:sldMasterMk cId="3987042931" sldId="2147483648"/>
              <pc:sldLayoutMk cId="3916893804" sldId="2147483653"/>
              <ac:spMk id="14" creationId="{F14658A6-5CD3-3F66-A5C0-BCBEFE600A46}"/>
            </ac:spMkLst>
          </pc:spChg>
          <pc:spChg chg="mod">
            <ac:chgData name="Madison Spadafino" userId="e1932f06-d899-49d4-aa58-958d000ddd9a" providerId="ADAL" clId="{81252183-A79E-4372-A9DF-1FDE719404D0}" dt="2025-12-18T01:16:29.107" v="1400" actId="14100"/>
            <ac:spMkLst>
              <pc:docMk/>
              <pc:sldMasterMk cId="3987042931" sldId="2147483648"/>
              <pc:sldLayoutMk cId="3916893804" sldId="2147483653"/>
              <ac:spMk id="17" creationId="{B7B62CE8-2292-46EB-7600-460FB4B5BB9F}"/>
            </ac:spMkLst>
          </pc:spChg>
          <pc:spChg chg="mod">
            <ac:chgData name="Madison Spadafino" userId="e1932f06-d899-49d4-aa58-958d000ddd9a" providerId="ADAL" clId="{81252183-A79E-4372-A9DF-1FDE719404D0}" dt="2025-12-18T01:14:29.086" v="1266" actId="1037"/>
            <ac:spMkLst>
              <pc:docMk/>
              <pc:sldMasterMk cId="3987042931" sldId="2147483648"/>
              <pc:sldLayoutMk cId="3916893804" sldId="2147483653"/>
              <ac:spMk id="22" creationId="{865F63B6-5A1E-E7C5-E00A-73F6586D9900}"/>
            </ac:spMkLst>
          </pc:spChg>
          <pc:spChg chg="mod">
            <ac:chgData name="Madison Spadafino" userId="e1932f06-d899-49d4-aa58-958d000ddd9a" providerId="ADAL" clId="{81252183-A79E-4372-A9DF-1FDE719404D0}" dt="2025-12-18T01:25:37.263" v="1630" actId="14861"/>
            <ac:spMkLst>
              <pc:docMk/>
              <pc:sldMasterMk cId="3987042931" sldId="2147483648"/>
              <pc:sldLayoutMk cId="3916893804" sldId="2147483653"/>
              <ac:spMk id="23" creationId="{6A9D4DE5-06CD-877D-FD5F-834364F96D07}"/>
            </ac:spMkLst>
          </pc:spChg>
          <pc:spChg chg="mod">
            <ac:chgData name="Madison Spadafino" userId="e1932f06-d899-49d4-aa58-958d000ddd9a" providerId="ADAL" clId="{81252183-A79E-4372-A9DF-1FDE719404D0}" dt="2025-12-18T01:18:02.588" v="1444" actId="1076"/>
            <ac:spMkLst>
              <pc:docMk/>
              <pc:sldMasterMk cId="3987042931" sldId="2147483648"/>
              <pc:sldLayoutMk cId="3916893804" sldId="2147483653"/>
              <ac:spMk id="24" creationId="{B5644E98-CE51-84F0-279E-F09D19F45FBE}"/>
            </ac:spMkLst>
          </pc:spChg>
          <pc:spChg chg="mod">
            <ac:chgData name="Madison Spadafino" userId="e1932f06-d899-49d4-aa58-958d000ddd9a" providerId="ADAL" clId="{81252183-A79E-4372-A9DF-1FDE719404D0}" dt="2025-12-18T01:14:29.086" v="1266" actId="1037"/>
            <ac:spMkLst>
              <pc:docMk/>
              <pc:sldMasterMk cId="3987042931" sldId="2147483648"/>
              <pc:sldLayoutMk cId="3916893804" sldId="2147483653"/>
              <ac:spMk id="26" creationId="{CF05DF04-2203-9492-158A-BFC100C19F6A}"/>
            </ac:spMkLst>
          </pc:spChg>
          <pc:spChg chg="mod">
            <ac:chgData name="Madison Spadafino" userId="e1932f06-d899-49d4-aa58-958d000ddd9a" providerId="ADAL" clId="{81252183-A79E-4372-A9DF-1FDE719404D0}" dt="2025-12-18T01:14:13.406" v="1223" actId="1037"/>
            <ac:spMkLst>
              <pc:docMk/>
              <pc:sldMasterMk cId="3987042931" sldId="2147483648"/>
              <pc:sldLayoutMk cId="3916893804" sldId="2147483653"/>
              <ac:spMk id="29" creationId="{4B0DB986-1222-01B4-90F0-46744A380A74}"/>
            </ac:spMkLst>
          </pc:spChg>
          <pc:spChg chg="mod">
            <ac:chgData name="Madison Spadafino" userId="e1932f06-d899-49d4-aa58-958d000ddd9a" providerId="ADAL" clId="{81252183-A79E-4372-A9DF-1FDE719404D0}" dt="2025-12-18T01:25:37.263" v="1630" actId="14861"/>
            <ac:spMkLst>
              <pc:docMk/>
              <pc:sldMasterMk cId="3987042931" sldId="2147483648"/>
              <pc:sldLayoutMk cId="3916893804" sldId="2147483653"/>
              <ac:spMk id="30" creationId="{0A340BF2-1AD3-F219-449C-711659E9AAEA}"/>
            </ac:spMkLst>
          </pc:spChg>
          <pc:spChg chg="del mod">
            <ac:chgData name="Madison Spadafino" userId="e1932f06-d899-49d4-aa58-958d000ddd9a" providerId="ADAL" clId="{81252183-A79E-4372-A9DF-1FDE719404D0}" dt="2025-12-18T01:18:09.014" v="1445" actId="478"/>
            <ac:spMkLst>
              <pc:docMk/>
              <pc:sldMasterMk cId="3987042931" sldId="2147483648"/>
              <pc:sldLayoutMk cId="3916893804" sldId="2147483653"/>
              <ac:spMk id="31" creationId="{64A82724-9AB5-25D3-355E-71A3D09F46DD}"/>
            </ac:spMkLst>
          </pc:spChg>
          <pc:spChg chg="mod">
            <ac:chgData name="Madison Spadafino" userId="e1932f06-d899-49d4-aa58-958d000ddd9a" providerId="ADAL" clId="{81252183-A79E-4372-A9DF-1FDE719404D0}" dt="2025-12-18T01:14:13.406" v="1223" actId="1037"/>
            <ac:spMkLst>
              <pc:docMk/>
              <pc:sldMasterMk cId="3987042931" sldId="2147483648"/>
              <pc:sldLayoutMk cId="3916893804" sldId="2147483653"/>
              <ac:spMk id="32" creationId="{432F8511-71A3-B3E8-CC1C-936F31FEA000}"/>
            </ac:spMkLst>
          </pc:spChg>
          <pc:cxnChg chg="add mod">
            <ac:chgData name="Madison Spadafino" userId="e1932f06-d899-49d4-aa58-958d000ddd9a" providerId="ADAL" clId="{81252183-A79E-4372-A9DF-1FDE719404D0}" dt="2025-12-18T01:18:26.868" v="1605" actId="14100"/>
            <ac:cxnSpMkLst>
              <pc:docMk/>
              <pc:sldMasterMk cId="3987042931" sldId="2147483648"/>
              <pc:sldLayoutMk cId="3916893804" sldId="2147483653"/>
              <ac:cxnSpMk id="5" creationId="{23C69E9B-7C63-4205-EF82-CCB79DFAEFB8}"/>
            </ac:cxnSpMkLst>
          </pc:cxnChg>
          <pc:cxnChg chg="mod">
            <ac:chgData name="Madison Spadafino" userId="e1932f06-d899-49d4-aa58-958d000ddd9a" providerId="ADAL" clId="{81252183-A79E-4372-A9DF-1FDE719404D0}" dt="2025-12-18T01:16:26.119" v="1399" actId="1035"/>
            <ac:cxnSpMkLst>
              <pc:docMk/>
              <pc:sldMasterMk cId="3987042931" sldId="2147483648"/>
              <pc:sldLayoutMk cId="3916893804" sldId="2147483653"/>
              <ac:cxnSpMk id="16" creationId="{3CE0CB4A-B772-1C9B-34DE-40E75D2EB2F2}"/>
            </ac:cxnSpMkLst>
          </pc:cxnChg>
          <pc:cxnChg chg="mod">
            <ac:chgData name="Madison Spadafino" userId="e1932f06-d899-49d4-aa58-958d000ddd9a" providerId="ADAL" clId="{81252183-A79E-4372-A9DF-1FDE719404D0}" dt="2025-12-18T01:14:29.086" v="1266" actId="1037"/>
            <ac:cxnSpMkLst>
              <pc:docMk/>
              <pc:sldMasterMk cId="3987042931" sldId="2147483648"/>
              <pc:sldLayoutMk cId="3916893804" sldId="2147483653"/>
              <ac:cxnSpMk id="28" creationId="{5940A752-0AAF-CC8C-CDAE-0E91066F9BAE}"/>
            </ac:cxnSpMkLst>
          </pc:cxnChg>
          <pc:cxnChg chg="del mod">
            <ac:chgData name="Madison Spadafino" userId="e1932f06-d899-49d4-aa58-958d000ddd9a" providerId="ADAL" clId="{81252183-A79E-4372-A9DF-1FDE719404D0}" dt="2025-12-18T01:18:09.014" v="1445" actId="478"/>
            <ac:cxnSpMkLst>
              <pc:docMk/>
              <pc:sldMasterMk cId="3987042931" sldId="2147483648"/>
              <pc:sldLayoutMk cId="3916893804" sldId="2147483653"/>
              <ac:cxnSpMk id="34" creationId="{54E91167-707B-D3D0-3328-A8F12CBCD8E6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0247862-7A08-7718-560F-D3E1AD67C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03EBE-3A44-2783-CCD5-6471620EF3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14658A6-5CD3-3F66-A5C0-BCBEFE600A46}"/>
              </a:ext>
            </a:extLst>
          </p:cNvPr>
          <p:cNvSpPr/>
          <p:nvPr userDrawn="1"/>
        </p:nvSpPr>
        <p:spPr>
          <a:xfrm>
            <a:off x="195583" y="1320371"/>
            <a:ext cx="2375047" cy="1964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DC636-48DA-29A1-894E-0D1E07B580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168" y="66074"/>
            <a:ext cx="7501760" cy="1092692"/>
          </a:xfrm>
        </p:spPr>
        <p:txBody>
          <a:bodyPr anchor="b"/>
          <a:lstStyle>
            <a:lvl1pPr algn="l">
              <a:defRPr sz="2800" b="1" i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Your Paper 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65AE0A-33ED-5FA1-D4C6-F5DEB8DC5C5E}"/>
              </a:ext>
            </a:extLst>
          </p:cNvPr>
          <p:cNvSpPr/>
          <p:nvPr userDrawn="1"/>
        </p:nvSpPr>
        <p:spPr>
          <a:xfrm>
            <a:off x="362607" y="1470143"/>
            <a:ext cx="2033752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E0CB4A-B772-1C9B-34DE-40E75D2EB2F2}"/>
              </a:ext>
            </a:extLst>
          </p:cNvPr>
          <p:cNvCxnSpPr/>
          <p:nvPr userDrawn="1"/>
        </p:nvCxnSpPr>
        <p:spPr>
          <a:xfrm>
            <a:off x="993226" y="2120470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F63B6-5A1E-E7C5-E00A-73F6586D9900}"/>
              </a:ext>
            </a:extLst>
          </p:cNvPr>
          <p:cNvSpPr/>
          <p:nvPr userDrawn="1"/>
        </p:nvSpPr>
        <p:spPr>
          <a:xfrm>
            <a:off x="2644202" y="1320371"/>
            <a:ext cx="3051091" cy="196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D4DE5-06CD-877D-FD5F-834364F96D07}"/>
              </a:ext>
            </a:extLst>
          </p:cNvPr>
          <p:cNvSpPr/>
          <p:nvPr userDrawn="1"/>
        </p:nvSpPr>
        <p:spPr>
          <a:xfrm>
            <a:off x="2811226" y="1470143"/>
            <a:ext cx="2714588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B5644E98-CE51-84F0-279E-F09D19F45FBE}"/>
              </a:ext>
            </a:extLst>
          </p:cNvPr>
          <p:cNvSpPr txBox="1">
            <a:spLocks/>
          </p:cNvSpPr>
          <p:nvPr userDrawn="1"/>
        </p:nvSpPr>
        <p:spPr>
          <a:xfrm>
            <a:off x="2811225" y="1572241"/>
            <a:ext cx="271458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INTERVENTION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F05DF04-2203-9492-158A-BFC100C19F6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880855" y="2037701"/>
            <a:ext cx="2574013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40A752-0AAF-CC8C-CDAE-0E91066F9BAE}"/>
              </a:ext>
            </a:extLst>
          </p:cNvPr>
          <p:cNvCxnSpPr/>
          <p:nvPr userDrawn="1"/>
        </p:nvCxnSpPr>
        <p:spPr>
          <a:xfrm>
            <a:off x="3780640" y="1907638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B0DB986-1222-01B4-90F0-46744A380A74}"/>
              </a:ext>
            </a:extLst>
          </p:cNvPr>
          <p:cNvSpPr/>
          <p:nvPr userDrawn="1"/>
        </p:nvSpPr>
        <p:spPr>
          <a:xfrm>
            <a:off x="5764922" y="1320371"/>
            <a:ext cx="6231495" cy="1964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340BF2-1AD3-F219-449C-711659E9AAEA}"/>
              </a:ext>
            </a:extLst>
          </p:cNvPr>
          <p:cNvSpPr/>
          <p:nvPr userDrawn="1"/>
        </p:nvSpPr>
        <p:spPr>
          <a:xfrm>
            <a:off x="5931945" y="1470143"/>
            <a:ext cx="5897447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4A82724-9AB5-25D3-355E-71A3D09F46DD}"/>
              </a:ext>
            </a:extLst>
          </p:cNvPr>
          <p:cNvSpPr txBox="1">
            <a:spLocks/>
          </p:cNvSpPr>
          <p:nvPr userDrawn="1"/>
        </p:nvSpPr>
        <p:spPr>
          <a:xfrm>
            <a:off x="5931945" y="1572241"/>
            <a:ext cx="589744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FINDINGS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32F8511-71A3-B3E8-CC1C-936F31FEA00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01574" y="2037701"/>
            <a:ext cx="5758187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E91167-707B-D3D0-3328-A8F12CBCD8E6}"/>
              </a:ext>
            </a:extLst>
          </p:cNvPr>
          <p:cNvCxnSpPr/>
          <p:nvPr userDrawn="1"/>
        </p:nvCxnSpPr>
        <p:spPr>
          <a:xfrm>
            <a:off x="8489477" y="1906323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btitle 2">
            <a:extLst>
              <a:ext uri="{FF2B5EF4-FFF2-40B4-BE49-F238E27FC236}">
                <a16:creationId xmlns:a16="http://schemas.microsoft.com/office/drawing/2014/main" id="{53303643-4F21-77CA-EEE7-7EE8664AD95D}"/>
              </a:ext>
            </a:extLst>
          </p:cNvPr>
          <p:cNvSpPr txBox="1">
            <a:spLocks/>
          </p:cNvSpPr>
          <p:nvPr userDrawn="1"/>
        </p:nvSpPr>
        <p:spPr>
          <a:xfrm>
            <a:off x="252193" y="6068507"/>
            <a:ext cx="1915696" cy="359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38529F-F694-532C-D00C-C9F381B496BB}"/>
              </a:ext>
            </a:extLst>
          </p:cNvPr>
          <p:cNvCxnSpPr>
            <a:cxnSpLocks/>
          </p:cNvCxnSpPr>
          <p:nvPr userDrawn="1"/>
        </p:nvCxnSpPr>
        <p:spPr>
          <a:xfrm>
            <a:off x="362607" y="6402495"/>
            <a:ext cx="14309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E3F2DB-1523-6D7F-6BF1-F5905E7096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973558" y="5734329"/>
            <a:ext cx="7803488" cy="1057598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bg1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38D5784-94C3-92A5-8E13-6CA0CDEA0E1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83333" y="5774311"/>
            <a:ext cx="1756474" cy="10498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lvl="0"/>
            <a:endParaRPr lang="en-US" dirty="0"/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122C618B-F3A1-89AE-A841-87FE5052A51C}"/>
              </a:ext>
            </a:extLst>
          </p:cNvPr>
          <p:cNvSpPr txBox="1">
            <a:spLocks/>
          </p:cNvSpPr>
          <p:nvPr userDrawn="1"/>
        </p:nvSpPr>
        <p:spPr>
          <a:xfrm>
            <a:off x="347371" y="1601267"/>
            <a:ext cx="2033752" cy="5167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METHODS AND COHORT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421080-DB10-9731-5B08-158C94E4097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38" y="2249094"/>
            <a:ext cx="1889234" cy="3108226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</p:spTree>
    <p:extLst>
      <p:ext uri="{BB962C8B-B14F-4D97-AF65-F5344CB8AC3E}">
        <p14:creationId xmlns:p14="http://schemas.microsoft.com/office/powerpoint/2010/main" val="238289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0247862-7A08-7718-560F-D3E1AD67C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03EBE-3A44-2783-CCD5-6471620EF3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14658A6-5CD3-3F66-A5C0-BCBEFE600A46}"/>
              </a:ext>
            </a:extLst>
          </p:cNvPr>
          <p:cNvSpPr/>
          <p:nvPr userDrawn="1"/>
        </p:nvSpPr>
        <p:spPr>
          <a:xfrm>
            <a:off x="195583" y="1320371"/>
            <a:ext cx="2375047" cy="1964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DC636-48DA-29A1-894E-0D1E07B580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168" y="66074"/>
            <a:ext cx="7501760" cy="1092692"/>
          </a:xfrm>
        </p:spPr>
        <p:txBody>
          <a:bodyPr anchor="b"/>
          <a:lstStyle>
            <a:lvl1pPr algn="l">
              <a:defRPr sz="2800" b="1" i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Your Paper 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65AE0A-33ED-5FA1-D4C6-F5DEB8DC5C5E}"/>
              </a:ext>
            </a:extLst>
          </p:cNvPr>
          <p:cNvSpPr/>
          <p:nvPr userDrawn="1"/>
        </p:nvSpPr>
        <p:spPr>
          <a:xfrm>
            <a:off x="362607" y="1470143"/>
            <a:ext cx="2033752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E0CB4A-B772-1C9B-34DE-40E75D2EB2F2}"/>
              </a:ext>
            </a:extLst>
          </p:cNvPr>
          <p:cNvCxnSpPr/>
          <p:nvPr userDrawn="1"/>
        </p:nvCxnSpPr>
        <p:spPr>
          <a:xfrm>
            <a:off x="993226" y="1912436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B62CE8-2292-46EB-7600-460FB4B5BB9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38" y="2056095"/>
            <a:ext cx="1889234" cy="3301225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F63B6-5A1E-E7C5-E00A-73F6586D9900}"/>
              </a:ext>
            </a:extLst>
          </p:cNvPr>
          <p:cNvSpPr/>
          <p:nvPr userDrawn="1"/>
        </p:nvSpPr>
        <p:spPr>
          <a:xfrm>
            <a:off x="2644202" y="1320371"/>
            <a:ext cx="3051091" cy="1964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D4DE5-06CD-877D-FD5F-834364F96D07}"/>
              </a:ext>
            </a:extLst>
          </p:cNvPr>
          <p:cNvSpPr/>
          <p:nvPr userDrawn="1"/>
        </p:nvSpPr>
        <p:spPr>
          <a:xfrm>
            <a:off x="2811226" y="1470143"/>
            <a:ext cx="2714588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B5644E98-CE51-84F0-279E-F09D19F45FBE}"/>
              </a:ext>
            </a:extLst>
          </p:cNvPr>
          <p:cNvSpPr txBox="1">
            <a:spLocks/>
          </p:cNvSpPr>
          <p:nvPr userDrawn="1"/>
        </p:nvSpPr>
        <p:spPr>
          <a:xfrm>
            <a:off x="2811225" y="1572241"/>
            <a:ext cx="271458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METHODS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F05DF04-2203-9492-158A-BFC100C19F6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880855" y="2037701"/>
            <a:ext cx="2574013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40A752-0AAF-CC8C-CDAE-0E91066F9BAE}"/>
              </a:ext>
            </a:extLst>
          </p:cNvPr>
          <p:cNvCxnSpPr/>
          <p:nvPr userDrawn="1"/>
        </p:nvCxnSpPr>
        <p:spPr>
          <a:xfrm>
            <a:off x="3780640" y="1907638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B0DB986-1222-01B4-90F0-46744A380A74}"/>
              </a:ext>
            </a:extLst>
          </p:cNvPr>
          <p:cNvSpPr/>
          <p:nvPr userDrawn="1"/>
        </p:nvSpPr>
        <p:spPr>
          <a:xfrm>
            <a:off x="5764922" y="1320371"/>
            <a:ext cx="6231495" cy="1964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340BF2-1AD3-F219-449C-711659E9AAEA}"/>
              </a:ext>
            </a:extLst>
          </p:cNvPr>
          <p:cNvSpPr/>
          <p:nvPr userDrawn="1"/>
        </p:nvSpPr>
        <p:spPr>
          <a:xfrm>
            <a:off x="5931945" y="1470143"/>
            <a:ext cx="5897447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4A82724-9AB5-25D3-355E-71A3D09F46DD}"/>
              </a:ext>
            </a:extLst>
          </p:cNvPr>
          <p:cNvSpPr txBox="1">
            <a:spLocks/>
          </p:cNvSpPr>
          <p:nvPr userDrawn="1"/>
        </p:nvSpPr>
        <p:spPr>
          <a:xfrm>
            <a:off x="5931945" y="1572241"/>
            <a:ext cx="589744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OUTCOMES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32F8511-71A3-B3E8-CC1C-936F31FEA00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01574" y="2037701"/>
            <a:ext cx="5758187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E91167-707B-D3D0-3328-A8F12CBCD8E6}"/>
              </a:ext>
            </a:extLst>
          </p:cNvPr>
          <p:cNvCxnSpPr/>
          <p:nvPr userDrawn="1"/>
        </p:nvCxnSpPr>
        <p:spPr>
          <a:xfrm>
            <a:off x="8489477" y="1906323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btitle 2">
            <a:extLst>
              <a:ext uri="{FF2B5EF4-FFF2-40B4-BE49-F238E27FC236}">
                <a16:creationId xmlns:a16="http://schemas.microsoft.com/office/drawing/2014/main" id="{53303643-4F21-77CA-EEE7-7EE8664AD95D}"/>
              </a:ext>
            </a:extLst>
          </p:cNvPr>
          <p:cNvSpPr txBox="1">
            <a:spLocks/>
          </p:cNvSpPr>
          <p:nvPr userDrawn="1"/>
        </p:nvSpPr>
        <p:spPr>
          <a:xfrm>
            <a:off x="252193" y="6068507"/>
            <a:ext cx="1915696" cy="359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38529F-F694-532C-D00C-C9F381B496BB}"/>
              </a:ext>
            </a:extLst>
          </p:cNvPr>
          <p:cNvCxnSpPr>
            <a:cxnSpLocks/>
          </p:cNvCxnSpPr>
          <p:nvPr userDrawn="1"/>
        </p:nvCxnSpPr>
        <p:spPr>
          <a:xfrm>
            <a:off x="362607" y="6402495"/>
            <a:ext cx="14309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E3F2DB-1523-6D7F-6BF1-F5905E7096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973558" y="5734329"/>
            <a:ext cx="7803488" cy="1057598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bg1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38D5784-94C3-92A5-8E13-6CA0CDEA0E1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83333" y="5774311"/>
            <a:ext cx="1756474" cy="10498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lvl="0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F9A7851-F56C-D29E-6CD3-10C203BC85F2}"/>
              </a:ext>
            </a:extLst>
          </p:cNvPr>
          <p:cNvSpPr txBox="1">
            <a:spLocks/>
          </p:cNvSpPr>
          <p:nvPr userDrawn="1"/>
        </p:nvSpPr>
        <p:spPr>
          <a:xfrm>
            <a:off x="377766" y="1572241"/>
            <a:ext cx="2033752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COHORT</a:t>
            </a:r>
          </a:p>
        </p:txBody>
      </p:sp>
    </p:spTree>
    <p:extLst>
      <p:ext uri="{BB962C8B-B14F-4D97-AF65-F5344CB8AC3E}">
        <p14:creationId xmlns:p14="http://schemas.microsoft.com/office/powerpoint/2010/main" val="215818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0247862-7A08-7718-560F-D3E1AD67C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03EBE-3A44-2783-CCD5-6471620EF3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14658A6-5CD3-3F66-A5C0-BCBEFE600A46}"/>
              </a:ext>
            </a:extLst>
          </p:cNvPr>
          <p:cNvSpPr/>
          <p:nvPr userDrawn="1"/>
        </p:nvSpPr>
        <p:spPr>
          <a:xfrm>
            <a:off x="195583" y="1470046"/>
            <a:ext cx="301031" cy="40123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DC636-48DA-29A1-894E-0D1E07B580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168" y="66074"/>
            <a:ext cx="7501760" cy="1092692"/>
          </a:xfrm>
        </p:spPr>
        <p:txBody>
          <a:bodyPr anchor="b"/>
          <a:lstStyle>
            <a:lvl1pPr algn="l">
              <a:defRPr sz="2800" b="1" i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Your Paper 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65AE0A-33ED-5FA1-D4C6-F5DEB8DC5C5E}"/>
              </a:ext>
            </a:extLst>
          </p:cNvPr>
          <p:cNvSpPr/>
          <p:nvPr userDrawn="1"/>
        </p:nvSpPr>
        <p:spPr>
          <a:xfrm>
            <a:off x="362607" y="1470143"/>
            <a:ext cx="2033752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F63B6-5A1E-E7C5-E00A-73F6586D9900}"/>
              </a:ext>
            </a:extLst>
          </p:cNvPr>
          <p:cNvSpPr/>
          <p:nvPr userDrawn="1"/>
        </p:nvSpPr>
        <p:spPr>
          <a:xfrm>
            <a:off x="2644203" y="1470045"/>
            <a:ext cx="351246" cy="18566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D4DE5-06CD-877D-FD5F-834364F96D07}"/>
              </a:ext>
            </a:extLst>
          </p:cNvPr>
          <p:cNvSpPr/>
          <p:nvPr userDrawn="1"/>
        </p:nvSpPr>
        <p:spPr>
          <a:xfrm>
            <a:off x="2811226" y="1470143"/>
            <a:ext cx="2714588" cy="18565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B5644E98-CE51-84F0-279E-F09D19F45FBE}"/>
              </a:ext>
            </a:extLst>
          </p:cNvPr>
          <p:cNvSpPr txBox="1">
            <a:spLocks/>
          </p:cNvSpPr>
          <p:nvPr userDrawn="1"/>
        </p:nvSpPr>
        <p:spPr>
          <a:xfrm>
            <a:off x="2811225" y="1572241"/>
            <a:ext cx="271458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INTERVENTION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F05DF04-2203-9492-158A-BFC100C19F6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880855" y="2037701"/>
            <a:ext cx="2574013" cy="1198169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40A752-0AAF-CC8C-CDAE-0E91066F9BAE}"/>
              </a:ext>
            </a:extLst>
          </p:cNvPr>
          <p:cNvCxnSpPr/>
          <p:nvPr userDrawn="1"/>
        </p:nvCxnSpPr>
        <p:spPr>
          <a:xfrm>
            <a:off x="3780640" y="1907638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B0DB986-1222-01B4-90F0-46744A380A74}"/>
              </a:ext>
            </a:extLst>
          </p:cNvPr>
          <p:cNvSpPr/>
          <p:nvPr userDrawn="1"/>
        </p:nvSpPr>
        <p:spPr>
          <a:xfrm>
            <a:off x="5764922" y="1470044"/>
            <a:ext cx="546081" cy="18565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340BF2-1AD3-F219-449C-711659E9AAEA}"/>
              </a:ext>
            </a:extLst>
          </p:cNvPr>
          <p:cNvSpPr/>
          <p:nvPr userDrawn="1"/>
        </p:nvSpPr>
        <p:spPr>
          <a:xfrm>
            <a:off x="5931945" y="1470143"/>
            <a:ext cx="5897447" cy="1856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4A82724-9AB5-25D3-355E-71A3D09F46DD}"/>
              </a:ext>
            </a:extLst>
          </p:cNvPr>
          <p:cNvSpPr txBox="1">
            <a:spLocks/>
          </p:cNvSpPr>
          <p:nvPr userDrawn="1"/>
        </p:nvSpPr>
        <p:spPr>
          <a:xfrm>
            <a:off x="5931945" y="1572241"/>
            <a:ext cx="589744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INTERVENTION OUTCOMES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32F8511-71A3-B3E8-CC1C-936F31FEA00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01574" y="2037701"/>
            <a:ext cx="5758187" cy="1198168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E91167-707B-D3D0-3328-A8F12CBCD8E6}"/>
              </a:ext>
            </a:extLst>
          </p:cNvPr>
          <p:cNvCxnSpPr/>
          <p:nvPr userDrawn="1"/>
        </p:nvCxnSpPr>
        <p:spPr>
          <a:xfrm>
            <a:off x="8489477" y="1906323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btitle 2">
            <a:extLst>
              <a:ext uri="{FF2B5EF4-FFF2-40B4-BE49-F238E27FC236}">
                <a16:creationId xmlns:a16="http://schemas.microsoft.com/office/drawing/2014/main" id="{53303643-4F21-77CA-EEE7-7EE8664AD95D}"/>
              </a:ext>
            </a:extLst>
          </p:cNvPr>
          <p:cNvSpPr txBox="1">
            <a:spLocks/>
          </p:cNvSpPr>
          <p:nvPr userDrawn="1"/>
        </p:nvSpPr>
        <p:spPr>
          <a:xfrm>
            <a:off x="252193" y="6068507"/>
            <a:ext cx="1915696" cy="359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38529F-F694-532C-D00C-C9F381B496BB}"/>
              </a:ext>
            </a:extLst>
          </p:cNvPr>
          <p:cNvCxnSpPr>
            <a:cxnSpLocks/>
          </p:cNvCxnSpPr>
          <p:nvPr userDrawn="1"/>
        </p:nvCxnSpPr>
        <p:spPr>
          <a:xfrm>
            <a:off x="362607" y="6402495"/>
            <a:ext cx="14309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E3F2DB-1523-6D7F-6BF1-F5905E7096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973558" y="5734329"/>
            <a:ext cx="7803488" cy="1057598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bg1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38D5784-94C3-92A5-8E13-6CA0CDEA0E1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83333" y="5774311"/>
            <a:ext cx="1756474" cy="10498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lvl="0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2726FC-504A-ABB7-8BA4-91DC34767F35}"/>
              </a:ext>
            </a:extLst>
          </p:cNvPr>
          <p:cNvCxnSpPr/>
          <p:nvPr userDrawn="1"/>
        </p:nvCxnSpPr>
        <p:spPr>
          <a:xfrm>
            <a:off x="993226" y="2120470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000E6C29-0763-0BA5-D868-BB9FFD9D7401}"/>
              </a:ext>
            </a:extLst>
          </p:cNvPr>
          <p:cNvSpPr txBox="1">
            <a:spLocks/>
          </p:cNvSpPr>
          <p:nvPr userDrawn="1"/>
        </p:nvSpPr>
        <p:spPr>
          <a:xfrm>
            <a:off x="347371" y="1601267"/>
            <a:ext cx="2033752" cy="5167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METHODS AND COHORT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723A36-B9F0-15D4-0001-8F6630A4935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38" y="2249094"/>
            <a:ext cx="1889234" cy="3108226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A3F29-F223-DE89-A588-326E9379BB74}"/>
              </a:ext>
            </a:extLst>
          </p:cNvPr>
          <p:cNvSpPr/>
          <p:nvPr userDrawn="1"/>
        </p:nvSpPr>
        <p:spPr>
          <a:xfrm>
            <a:off x="2635467" y="3578671"/>
            <a:ext cx="351246" cy="1903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06BC4-D349-82FA-4F65-DB1953673ED7}"/>
              </a:ext>
            </a:extLst>
          </p:cNvPr>
          <p:cNvSpPr/>
          <p:nvPr userDrawn="1"/>
        </p:nvSpPr>
        <p:spPr>
          <a:xfrm>
            <a:off x="2802490" y="3578773"/>
            <a:ext cx="2714588" cy="19035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8F325D9-7B03-360A-A62A-874A95423B9A}"/>
              </a:ext>
            </a:extLst>
          </p:cNvPr>
          <p:cNvSpPr txBox="1">
            <a:spLocks/>
          </p:cNvSpPr>
          <p:nvPr userDrawn="1"/>
        </p:nvSpPr>
        <p:spPr>
          <a:xfrm>
            <a:off x="2802489" y="3769643"/>
            <a:ext cx="2714587" cy="31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CONTROL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AC227E8-EB49-1B9B-ECF4-5D4CCB345A7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872119" y="4235103"/>
            <a:ext cx="2574013" cy="1152749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1B8248-269E-A2F9-C27F-A99E51EDE670}"/>
              </a:ext>
            </a:extLst>
          </p:cNvPr>
          <p:cNvCxnSpPr/>
          <p:nvPr userDrawn="1"/>
        </p:nvCxnSpPr>
        <p:spPr>
          <a:xfrm>
            <a:off x="3771904" y="4105040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10FF655-4855-0878-3AE3-6D7FFBA085CE}"/>
              </a:ext>
            </a:extLst>
          </p:cNvPr>
          <p:cNvSpPr/>
          <p:nvPr userDrawn="1"/>
        </p:nvSpPr>
        <p:spPr>
          <a:xfrm>
            <a:off x="5764922" y="3566289"/>
            <a:ext cx="546081" cy="19239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05F2B9-1631-DF28-609E-8D81D01EAC0C}"/>
              </a:ext>
            </a:extLst>
          </p:cNvPr>
          <p:cNvSpPr/>
          <p:nvPr userDrawn="1"/>
        </p:nvSpPr>
        <p:spPr>
          <a:xfrm>
            <a:off x="5931945" y="3566391"/>
            <a:ext cx="5897447" cy="19238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2EC9A63B-9987-59BF-C470-EF4E3E245A7F}"/>
              </a:ext>
            </a:extLst>
          </p:cNvPr>
          <p:cNvSpPr txBox="1">
            <a:spLocks/>
          </p:cNvSpPr>
          <p:nvPr userDrawn="1"/>
        </p:nvSpPr>
        <p:spPr>
          <a:xfrm>
            <a:off x="5931945" y="3724389"/>
            <a:ext cx="5897447" cy="32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CONTROL OUTCOMES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5DC16BC-B521-FDFA-B5E2-C73490A9352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01574" y="4165554"/>
            <a:ext cx="5758187" cy="1222297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7884D1-B71A-C19D-7619-738CCB298FD8}"/>
              </a:ext>
            </a:extLst>
          </p:cNvPr>
          <p:cNvCxnSpPr>
            <a:cxnSpLocks/>
          </p:cNvCxnSpPr>
          <p:nvPr userDrawn="1"/>
        </p:nvCxnSpPr>
        <p:spPr>
          <a:xfrm>
            <a:off x="8489477" y="4069924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08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0247862-7A08-7718-560F-D3E1AD67C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03EBE-3A44-2783-CCD5-6471620EF3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14658A6-5CD3-3F66-A5C0-BCBEFE600A46}"/>
              </a:ext>
            </a:extLst>
          </p:cNvPr>
          <p:cNvSpPr/>
          <p:nvPr userDrawn="1"/>
        </p:nvSpPr>
        <p:spPr>
          <a:xfrm>
            <a:off x="195584" y="1470046"/>
            <a:ext cx="391512" cy="4012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DC636-48DA-29A1-894E-0D1E07B580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168" y="66074"/>
            <a:ext cx="7501760" cy="1092692"/>
          </a:xfrm>
        </p:spPr>
        <p:txBody>
          <a:bodyPr anchor="b"/>
          <a:lstStyle>
            <a:lvl1pPr algn="l">
              <a:defRPr sz="2800" b="1" i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Your Paper 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65AE0A-33ED-5FA1-D4C6-F5DEB8DC5C5E}"/>
              </a:ext>
            </a:extLst>
          </p:cNvPr>
          <p:cNvSpPr/>
          <p:nvPr userDrawn="1"/>
        </p:nvSpPr>
        <p:spPr>
          <a:xfrm>
            <a:off x="362606" y="1470143"/>
            <a:ext cx="2424791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E0CB4A-B772-1C9B-34DE-40E75D2EB2F2}"/>
              </a:ext>
            </a:extLst>
          </p:cNvPr>
          <p:cNvCxnSpPr/>
          <p:nvPr userDrawn="1"/>
        </p:nvCxnSpPr>
        <p:spPr>
          <a:xfrm>
            <a:off x="1150878" y="1955788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B62CE8-2292-46EB-7600-460FB4B5BB9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37" y="2037701"/>
            <a:ext cx="2275199" cy="3319620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F63B6-5A1E-E7C5-E00A-73F6586D9900}"/>
              </a:ext>
            </a:extLst>
          </p:cNvPr>
          <p:cNvSpPr/>
          <p:nvPr userDrawn="1"/>
        </p:nvSpPr>
        <p:spPr>
          <a:xfrm>
            <a:off x="2924037" y="1470045"/>
            <a:ext cx="1893183" cy="4012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D4DE5-06CD-877D-FD5F-834364F96D07}"/>
              </a:ext>
            </a:extLst>
          </p:cNvPr>
          <p:cNvSpPr/>
          <p:nvPr userDrawn="1"/>
        </p:nvSpPr>
        <p:spPr>
          <a:xfrm>
            <a:off x="3091061" y="1470143"/>
            <a:ext cx="2714588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B5644E98-CE51-84F0-279E-F09D19F45FBE}"/>
              </a:ext>
            </a:extLst>
          </p:cNvPr>
          <p:cNvSpPr txBox="1">
            <a:spLocks/>
          </p:cNvSpPr>
          <p:nvPr userDrawn="1"/>
        </p:nvSpPr>
        <p:spPr>
          <a:xfrm>
            <a:off x="3075870" y="1525113"/>
            <a:ext cx="2714587" cy="417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PRIMARY OUTCOMES</a:t>
            </a:r>
            <a:br>
              <a:rPr lang="en-US" sz="1400" dirty="0"/>
            </a:br>
            <a:r>
              <a:rPr lang="en-US" sz="1200" i="1" dirty="0"/>
              <a:t>Results 1</a:t>
            </a:r>
            <a:endParaRPr lang="en-US" sz="12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F05DF04-2203-9492-158A-BFC100C19F6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60690" y="2037701"/>
            <a:ext cx="2574013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40A752-0AAF-CC8C-CDAE-0E91066F9BAE}"/>
              </a:ext>
            </a:extLst>
          </p:cNvPr>
          <p:cNvCxnSpPr/>
          <p:nvPr userDrawn="1"/>
        </p:nvCxnSpPr>
        <p:spPr>
          <a:xfrm>
            <a:off x="4060475" y="1907638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B0DB986-1222-01B4-90F0-46744A380A74}"/>
              </a:ext>
            </a:extLst>
          </p:cNvPr>
          <p:cNvSpPr/>
          <p:nvPr userDrawn="1"/>
        </p:nvSpPr>
        <p:spPr>
          <a:xfrm>
            <a:off x="5942288" y="1470045"/>
            <a:ext cx="5866088" cy="4012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340BF2-1AD3-F219-449C-711659E9AAEA}"/>
              </a:ext>
            </a:extLst>
          </p:cNvPr>
          <p:cNvSpPr/>
          <p:nvPr userDrawn="1"/>
        </p:nvSpPr>
        <p:spPr>
          <a:xfrm>
            <a:off x="6109310" y="1470143"/>
            <a:ext cx="5897447" cy="40123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32F8511-71A3-B3E8-CC1C-936F31FEA00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8939" y="2037701"/>
            <a:ext cx="5758187" cy="3350153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accent6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53303643-4F21-77CA-EEE7-7EE8664AD95D}"/>
              </a:ext>
            </a:extLst>
          </p:cNvPr>
          <p:cNvSpPr txBox="1">
            <a:spLocks/>
          </p:cNvSpPr>
          <p:nvPr userDrawn="1"/>
        </p:nvSpPr>
        <p:spPr>
          <a:xfrm>
            <a:off x="252193" y="6068507"/>
            <a:ext cx="1915696" cy="359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38529F-F694-532C-D00C-C9F381B496BB}"/>
              </a:ext>
            </a:extLst>
          </p:cNvPr>
          <p:cNvCxnSpPr>
            <a:cxnSpLocks/>
          </p:cNvCxnSpPr>
          <p:nvPr userDrawn="1"/>
        </p:nvCxnSpPr>
        <p:spPr>
          <a:xfrm>
            <a:off x="362607" y="6402495"/>
            <a:ext cx="143090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E3F2DB-1523-6D7F-6BF1-F5905E7096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973558" y="5734329"/>
            <a:ext cx="7803488" cy="1057598"/>
          </a:xfrm>
          <a:prstGeom prst="rect">
            <a:avLst/>
          </a:prstGeom>
        </p:spPr>
        <p:txBody>
          <a:bodyPr/>
          <a:lstStyle>
            <a:lvl1pPr algn="l">
              <a:buNone/>
              <a:defRPr sz="1200">
                <a:solidFill>
                  <a:schemeClr val="bg1"/>
                </a:solidFill>
                <a:latin typeface="Montserrat" pitchFamily="2" charset="0"/>
                <a:cs typeface="Arial" panose="020B0604020202020204" pitchFamily="34" charset="0"/>
              </a:defRPr>
            </a:lvl1pPr>
            <a:lvl2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2pPr>
            <a:lvl3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3pPr>
            <a:lvl4pPr>
              <a:buNone/>
              <a:defRPr sz="1200">
                <a:latin typeface="Montserrat" pitchFamily="2" charset="0"/>
                <a:cs typeface="Arial" panose="020B0604020202020204" pitchFamily="34" charset="0"/>
              </a:defRPr>
            </a:lvl4pPr>
            <a:lvl5pPr>
              <a:defRPr sz="1200">
                <a:latin typeface="Montserrat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38D5784-94C3-92A5-8E13-6CA0CDEA0E1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83333" y="5774311"/>
            <a:ext cx="1756474" cy="10498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 Last Name, Year</a:t>
            </a:r>
          </a:p>
          <a:p>
            <a:pPr lvl="0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F9A7851-F56C-D29E-6CD3-10C203BC85F2}"/>
              </a:ext>
            </a:extLst>
          </p:cNvPr>
          <p:cNvSpPr txBox="1">
            <a:spLocks/>
          </p:cNvSpPr>
          <p:nvPr userDrawn="1"/>
        </p:nvSpPr>
        <p:spPr>
          <a:xfrm>
            <a:off x="377765" y="1532826"/>
            <a:ext cx="2409631" cy="48375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HYPOTHESIS AND AIMS</a:t>
            </a:r>
            <a:br>
              <a:rPr lang="en-US" dirty="0"/>
            </a:br>
            <a:r>
              <a:rPr lang="en-US" sz="1300" i="1" dirty="0"/>
              <a:t>Study Design/Methods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56EB3-2220-B275-AE1E-9522111FCE85}"/>
              </a:ext>
            </a:extLst>
          </p:cNvPr>
          <p:cNvSpPr txBox="1">
            <a:spLocks/>
          </p:cNvSpPr>
          <p:nvPr userDrawn="1"/>
        </p:nvSpPr>
        <p:spPr>
          <a:xfrm>
            <a:off x="6109311" y="1523798"/>
            <a:ext cx="5897446" cy="417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Montserrat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SKETCH</a:t>
            </a:r>
            <a:br>
              <a:rPr lang="en-US" sz="1400" dirty="0"/>
            </a:br>
            <a:r>
              <a:rPr lang="en-US" sz="1200" i="1" dirty="0"/>
              <a:t>Results 2</a:t>
            </a:r>
            <a:endParaRPr lang="en-US" sz="1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C69E9B-7C63-4205-EF82-CCB79DFAEFB8}"/>
              </a:ext>
            </a:extLst>
          </p:cNvPr>
          <p:cNvCxnSpPr>
            <a:cxnSpLocks/>
          </p:cNvCxnSpPr>
          <p:nvPr userDrawn="1"/>
        </p:nvCxnSpPr>
        <p:spPr>
          <a:xfrm>
            <a:off x="8650884" y="1906323"/>
            <a:ext cx="7567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89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59C5F-BFB5-589C-0A88-4280446C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18" y="1154824"/>
            <a:ext cx="10515600" cy="94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A43C5-519E-F2F8-AA1E-51919E4B5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6018" y="2414016"/>
            <a:ext cx="10515600" cy="4176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04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accent6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accent6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accent6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accent6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accent6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7BB5-DF07-A04F-0D0E-9DC273240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2F0E8-A34C-C2E5-7482-95C1F72B0912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1CA3D-D359-F54D-237D-98F4803713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DA15E8-4AA8-D979-A2BF-D53560FE5A9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DBE8F6-F53A-A2C5-FE1C-98647E666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53DD1C-8123-4CFF-CB1D-0B196E244D9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0DC2-375E-04FA-C694-049BBD8867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FE90-5E79-0701-A721-3A1FF2D16E0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F7AC2-47E1-2A68-E433-397D35FFFD0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945102-386F-BD68-CFE4-113DF2C7AAD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5B9F2-ECF9-6FE3-74A6-BDABB69A8BD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300AE6-2DAF-3EC8-6B89-DDCCC25F7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F77D-0FDD-41EF-C36D-B722BD356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B0B5-784C-B677-D393-0C308C58104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0AEAD-CC8E-2224-88A4-CBD7565E71C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ACFED5-CDD5-87BE-1A0E-EEBBF5833C6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3D6A20-7038-3ECE-4E0F-865A688F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7C8A98-5D71-E546-C954-47528A6F8D9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83BD28-33DE-0603-E099-BFA795D82E2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289FD9-8F0D-66C2-C367-204B50FC555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7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C083-5D8B-CB26-6719-45CEEE4D7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4B90-8B10-E417-DCC9-F37B38A58EA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B46DD-26A0-9314-8C04-9F9929F9890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1941DE-E6D6-29E4-9C7A-8FA5906924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D121A-BED7-87A3-8CFB-9182DC8D87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FF7258-C337-1ED2-69AB-4927B48E0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3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VS">
      <a:dk1>
        <a:srgbClr val="001C44"/>
      </a:dk1>
      <a:lt1>
        <a:sysClr val="window" lastClr="FFFFFF"/>
      </a:lt1>
      <a:dk2>
        <a:srgbClr val="2E5BAD"/>
      </a:dk2>
      <a:lt2>
        <a:srgbClr val="F8F6F3"/>
      </a:lt2>
      <a:accent1>
        <a:srgbClr val="990000"/>
      </a:accent1>
      <a:accent2>
        <a:srgbClr val="007482"/>
      </a:accent2>
      <a:accent3>
        <a:srgbClr val="001C44"/>
      </a:accent3>
      <a:accent4>
        <a:srgbClr val="F8F6F3"/>
      </a:accent4>
      <a:accent5>
        <a:srgbClr val="434343"/>
      </a:accent5>
      <a:accent6>
        <a:srgbClr val="000000"/>
      </a:accent6>
      <a:hlink>
        <a:srgbClr val="2E5BAD"/>
      </a:hlink>
      <a:folHlink>
        <a:srgbClr val="2E5BA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C4BD9CE70314B8C0BB4F8420DFDD1" ma:contentTypeVersion="17" ma:contentTypeDescription="Create a new document." ma:contentTypeScope="" ma:versionID="151fd019c60d8a534c3ada9b57e06998">
  <xsd:schema xmlns:xsd="http://www.w3.org/2001/XMLSchema" xmlns:xs="http://www.w3.org/2001/XMLSchema" xmlns:p="http://schemas.microsoft.com/office/2006/metadata/properties" xmlns:ns2="b31e8263-b1a2-43bf-9d19-6caa70569599" xmlns:ns3="9e2f7bee-148f-4640-8115-e3cef8b58951" targetNamespace="http://schemas.microsoft.com/office/2006/metadata/properties" ma:root="true" ma:fieldsID="1ab06c4799de52f1b0480dd74256ef7a" ns2:_="" ns3:_="">
    <xsd:import namespace="b31e8263-b1a2-43bf-9d19-6caa70569599"/>
    <xsd:import namespace="9e2f7bee-148f-4640-8115-e3cef8b589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e8263-b1a2-43bf-9d19-6caa705695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d68399-1011-4716-90e8-152c74c186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f7bee-148f-4640-8115-e3cef8b58951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c1bdd57-b680-4656-a480-ed1d5463992c}" ma:internalName="TaxCatchAll" ma:showField="CatchAllData" ma:web="9e2f7bee-148f-4640-8115-e3cef8b589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2f7bee-148f-4640-8115-e3cef8b58951" xsi:nil="true"/>
    <lcf76f155ced4ddcb4097134ff3c332f xmlns="b31e8263-b1a2-43bf-9d19-6caa7056959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30B7AB-3A48-4547-9797-77A16F55E673}"/>
</file>

<file path=customXml/itemProps2.xml><?xml version="1.0" encoding="utf-8"?>
<ds:datastoreItem xmlns:ds="http://schemas.openxmlformats.org/officeDocument/2006/customXml" ds:itemID="{84C0541A-2CAE-4E9F-BFF3-3CD2834C4C52}"/>
</file>

<file path=customXml/itemProps3.xml><?xml version="1.0" encoding="utf-8"?>
<ds:datastoreItem xmlns:ds="http://schemas.openxmlformats.org/officeDocument/2006/customXml" ds:itemID="{DC7B227A-B7A6-48C5-B031-30612360C602}"/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Spadafino</dc:creator>
  <cp:lastModifiedBy>Madison Spadafino</cp:lastModifiedBy>
  <cp:revision>1</cp:revision>
  <dcterms:created xsi:type="dcterms:W3CDTF">2025-12-17T23:12:18Z</dcterms:created>
  <dcterms:modified xsi:type="dcterms:W3CDTF">2025-12-18T01:25:42Z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0x010100DFCC4BD9CE70314B8C0BB4F8420DFDD1</vt:lpwstr>
  </property>
</Properties>
</file>